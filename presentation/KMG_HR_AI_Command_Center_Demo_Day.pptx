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9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254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254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254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6388100" y="10613288"/>
            <a:ext cx="11607801" cy="461060"/>
          </a:xfrm>
          <a:prstGeom prst="rect">
            <a:avLst/>
          </a:prstGeom>
        </p:spPr>
        <p:txBody>
          <a:bodyPr anchor="b"/>
          <a:lstStyle>
            <a:lvl1pPr defTabSz="594360">
              <a:defRPr sz="2304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елёный холмистый пейзаж"/>
          <p:cNvSpPr/>
          <p:nvPr>
            <p:ph type="pic" idx="21"/>
          </p:nvPr>
        </p:nvSpPr>
        <p:spPr>
          <a:xfrm>
            <a:off x="4241800" y="1981200"/>
            <a:ext cx="1593546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6388100" y="7162800"/>
            <a:ext cx="11607800" cy="33020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презентации</a:t>
            </a:r>
          </a:p>
        </p:txBody>
      </p:sp>
      <p:sp>
        <p:nvSpPr>
          <p:cNvPr id="23" name="Уровень текста 1…"/>
          <p:cNvSpPr txBox="1"/>
          <p:nvPr>
            <p:ph type="body" sz="quarter" idx="1" hasCustomPrompt="1"/>
          </p:nvPr>
        </p:nvSpPr>
        <p:spPr>
          <a:xfrm>
            <a:off x="6388100" y="10414000"/>
            <a:ext cx="11607800" cy="715913"/>
          </a:xfrm>
          <a:prstGeom prst="rect">
            <a:avLst/>
          </a:prstGeom>
        </p:spPr>
        <p:txBody>
          <a:bodyPr/>
          <a:lstStyle/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Автор и дата"/>
          <p:cNvSpPr txBox="1"/>
          <p:nvPr>
            <p:ph type="body" sz="quarter" idx="22" hasCustomPrompt="1"/>
          </p:nvPr>
        </p:nvSpPr>
        <p:spPr>
          <a:xfrm>
            <a:off x="6388100" y="2552700"/>
            <a:ext cx="11607801" cy="461059"/>
          </a:xfrm>
          <a:prstGeom prst="rect">
            <a:avLst/>
          </a:prstGeom>
        </p:spPr>
        <p:txBody>
          <a:bodyPr/>
          <a:lstStyle>
            <a:lvl1pPr defTabSz="594360">
              <a:defRPr sz="2304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Заголовок слайда"/>
          <p:cNvSpPr txBox="1"/>
          <p:nvPr>
            <p:ph type="title" hasCustomPrompt="1"/>
          </p:nvPr>
        </p:nvSpPr>
        <p:spPr>
          <a:xfrm>
            <a:off x="6388100" y="2673734"/>
            <a:ext cx="5105400" cy="4387466"/>
          </a:xfrm>
          <a:prstGeom prst="rect">
            <a:avLst/>
          </a:prstGeom>
        </p:spPr>
        <p:txBody>
          <a:bodyPr/>
          <a:lstStyle>
            <a:lvl1pPr>
              <a:defRPr spc="-168" sz="8400"/>
            </a:lvl1pPr>
          </a:lstStyle>
          <a:p>
            <a:pPr/>
            <a:r>
              <a:t>Заголовок слайда</a:t>
            </a:r>
          </a:p>
        </p:txBody>
      </p:sp>
      <p:sp>
        <p:nvSpPr>
          <p:cNvPr id="33" name="Уровень текста 1…"/>
          <p:cNvSpPr txBox="1"/>
          <p:nvPr>
            <p:ph type="body" sz="quarter" idx="1" hasCustomPrompt="1"/>
          </p:nvPr>
        </p:nvSpPr>
        <p:spPr>
          <a:xfrm>
            <a:off x="6388100" y="6985000"/>
            <a:ext cx="5105400" cy="4044566"/>
          </a:xfrm>
          <a:prstGeom prst="rect">
            <a:avLst/>
          </a:prstGeom>
        </p:spPr>
        <p:txBody>
          <a:bodyPr/>
          <a:lstStyle/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Камни, покрытые мхом"/>
          <p:cNvSpPr/>
          <p:nvPr>
            <p:ph type="pic" sz="half" idx="21"/>
          </p:nvPr>
        </p:nvSpPr>
        <p:spPr>
          <a:xfrm>
            <a:off x="10934700" y="2654300"/>
            <a:ext cx="8382202" cy="838854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18484" y="11164366"/>
            <a:ext cx="340259" cy="3245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xfrm>
            <a:off x="6388100" y="2421466"/>
            <a:ext cx="11607800" cy="1016001"/>
          </a:xfrm>
          <a:prstGeom prst="rect">
            <a:avLst/>
          </a:prstGeom>
        </p:spPr>
        <p:txBody>
          <a:bodyPr anchor="t"/>
          <a:lstStyle>
            <a:lvl1pPr>
              <a:defRPr spc="-168" sz="8400"/>
            </a:lvl1pPr>
          </a:lstStyle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6388100" y="3394177"/>
            <a:ext cx="11607801" cy="671803"/>
          </a:xfrm>
          <a:prstGeom prst="rect">
            <a:avLst/>
          </a:prstGeom>
        </p:spPr>
        <p:txBody>
          <a:bodyPr/>
          <a:lstStyle>
            <a:lvl1pPr defTabSz="602615">
              <a:defRPr sz="3796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sz="half" idx="1" hasCustomPrompt="1"/>
          </p:nvPr>
        </p:nvSpPr>
        <p:spPr>
          <a:xfrm>
            <a:off x="6388100" y="4938092"/>
            <a:ext cx="11607800" cy="6096001"/>
          </a:xfrm>
          <a:prstGeom prst="rect">
            <a:avLst/>
          </a:prstGeom>
        </p:spPr>
        <p:txBody>
          <a:bodyPr/>
          <a:lstStyle>
            <a:lvl1pPr marL="533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1pPr>
            <a:lvl2pPr marL="914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2pPr>
            <a:lvl3pPr marL="1295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3pPr>
            <a:lvl4pPr marL="1676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4pPr>
            <a:lvl5pPr marL="2057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5pPr>
          </a:lstStyle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xfrm>
            <a:off x="12018484" y="11164366"/>
            <a:ext cx="340259" cy="3245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sz="half" idx="1" hasCustomPrompt="1"/>
          </p:nvPr>
        </p:nvSpPr>
        <p:spPr>
          <a:xfrm>
            <a:off x="6388100" y="4940300"/>
            <a:ext cx="11607800" cy="6096000"/>
          </a:xfrm>
          <a:prstGeom prst="rect">
            <a:avLst/>
          </a:prstGeom>
        </p:spPr>
        <p:txBody>
          <a:bodyPr numCol="2" spcCol="589358"/>
          <a:lstStyle>
            <a:lvl1pPr marL="533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1pPr>
            <a:lvl2pPr marL="914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2pPr>
            <a:lvl3pPr marL="1295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3pPr>
            <a:lvl4pPr marL="1676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4pPr>
            <a:lvl5pPr marL="2057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5pPr>
          </a:lstStyle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xfrm>
            <a:off x="12018484" y="11164366"/>
            <a:ext cx="340259" cy="3245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Заголовок слайда"/>
          <p:cNvSpPr txBox="1"/>
          <p:nvPr>
            <p:ph type="title" hasCustomPrompt="1"/>
          </p:nvPr>
        </p:nvSpPr>
        <p:spPr>
          <a:xfrm>
            <a:off x="6388100" y="2425700"/>
            <a:ext cx="5105400" cy="1016000"/>
          </a:xfrm>
          <a:prstGeom prst="rect">
            <a:avLst/>
          </a:prstGeom>
        </p:spPr>
        <p:txBody>
          <a:bodyPr anchor="t"/>
          <a:lstStyle>
            <a:lvl1pPr>
              <a:defRPr spc="-168" sz="8400"/>
            </a:lvl1pPr>
          </a:lstStyle>
          <a:p>
            <a:pPr/>
            <a:r>
              <a:t>Заголовок слайда</a:t>
            </a:r>
          </a:p>
        </p:txBody>
      </p:sp>
      <p:sp>
        <p:nvSpPr>
          <p:cNvPr id="61" name="Подзаголовок слайда"/>
          <p:cNvSpPr txBox="1"/>
          <p:nvPr>
            <p:ph type="body" sz="quarter" idx="21" hasCustomPrompt="1"/>
          </p:nvPr>
        </p:nvSpPr>
        <p:spPr>
          <a:xfrm>
            <a:off x="6388100" y="3394177"/>
            <a:ext cx="5105400" cy="671803"/>
          </a:xfrm>
          <a:prstGeom prst="rect">
            <a:avLst/>
          </a:prstGeom>
        </p:spPr>
        <p:txBody>
          <a:bodyPr/>
          <a:lstStyle>
            <a:lvl1pPr defTabSz="569594">
              <a:defRPr sz="3588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2" name="Уровень текста 1…"/>
          <p:cNvSpPr txBox="1"/>
          <p:nvPr>
            <p:ph type="body" sz="quarter" idx="1" hasCustomPrompt="1"/>
          </p:nvPr>
        </p:nvSpPr>
        <p:spPr>
          <a:xfrm>
            <a:off x="6388100" y="5461000"/>
            <a:ext cx="5105400" cy="5588000"/>
          </a:xfrm>
          <a:prstGeom prst="rect">
            <a:avLst/>
          </a:prstGeom>
        </p:spPr>
        <p:txBody>
          <a:bodyPr/>
          <a:lstStyle>
            <a:lvl1pPr marL="533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1pPr>
            <a:lvl2pPr marL="914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2pPr>
            <a:lvl3pPr marL="1295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3pPr>
            <a:lvl4pPr marL="1676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4pPr>
            <a:lvl5pPr marL="2057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5pPr>
          </a:lstStyle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Большая скала под тёмными облаками с грунтовой дорогой на переднем плане"/>
          <p:cNvSpPr/>
          <p:nvPr>
            <p:ph type="pic" idx="22"/>
          </p:nvPr>
        </p:nvSpPr>
        <p:spPr>
          <a:xfrm>
            <a:off x="6515100" y="2628900"/>
            <a:ext cx="16967200" cy="84298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xfrm>
            <a:off x="12018484" y="11164366"/>
            <a:ext cx="340259" cy="3245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Заголовок слайда"/>
          <p:cNvSpPr txBox="1"/>
          <p:nvPr>
            <p:ph type="title" hasCustomPrompt="1"/>
          </p:nvPr>
        </p:nvSpPr>
        <p:spPr>
          <a:xfrm>
            <a:off x="6388100" y="2425700"/>
            <a:ext cx="5105400" cy="1016000"/>
          </a:xfrm>
          <a:prstGeom prst="rect">
            <a:avLst/>
          </a:prstGeom>
        </p:spPr>
        <p:txBody>
          <a:bodyPr anchor="t"/>
          <a:lstStyle>
            <a:lvl1pPr>
              <a:defRPr spc="-168" sz="8400"/>
            </a:lvl1pPr>
          </a:lstStyle>
          <a:p>
            <a:pPr/>
            <a:r>
              <a:t>Заголовок слайда</a:t>
            </a:r>
          </a:p>
        </p:txBody>
      </p:sp>
      <p:sp>
        <p:nvSpPr>
          <p:cNvPr id="72" name="Подзаголовок слайда"/>
          <p:cNvSpPr txBox="1"/>
          <p:nvPr>
            <p:ph type="body" sz="quarter" idx="21" hasCustomPrompt="1"/>
          </p:nvPr>
        </p:nvSpPr>
        <p:spPr>
          <a:xfrm>
            <a:off x="6388100" y="3394177"/>
            <a:ext cx="5105400" cy="671803"/>
          </a:xfrm>
          <a:prstGeom prst="rect">
            <a:avLst/>
          </a:prstGeom>
        </p:spPr>
        <p:txBody>
          <a:bodyPr/>
          <a:lstStyle>
            <a:lvl1pPr defTabSz="569594">
              <a:defRPr sz="3588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3" name="Уровень текста 1…"/>
          <p:cNvSpPr txBox="1"/>
          <p:nvPr>
            <p:ph type="body" sz="quarter" idx="1" hasCustomPrompt="1"/>
          </p:nvPr>
        </p:nvSpPr>
        <p:spPr>
          <a:xfrm>
            <a:off x="6388100" y="5461000"/>
            <a:ext cx="5105400" cy="5588000"/>
          </a:xfrm>
          <a:prstGeom prst="rect">
            <a:avLst/>
          </a:prstGeom>
        </p:spPr>
        <p:txBody>
          <a:bodyPr/>
          <a:lstStyle>
            <a:lvl1pPr marL="533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1pPr>
            <a:lvl2pPr marL="914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2pPr>
            <a:lvl3pPr marL="1295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3pPr>
            <a:lvl4pPr marL="1676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4pPr>
            <a:lvl5pPr marL="2057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5pPr>
          </a:lstStyle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xfrm>
            <a:off x="12018484" y="11164366"/>
            <a:ext cx="340259" cy="3245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Заголовок слайда"/>
          <p:cNvSpPr txBox="1"/>
          <p:nvPr>
            <p:ph type="title" hasCustomPrompt="1"/>
          </p:nvPr>
        </p:nvSpPr>
        <p:spPr>
          <a:xfrm>
            <a:off x="6388100" y="2425700"/>
            <a:ext cx="5105400" cy="1016000"/>
          </a:xfrm>
          <a:prstGeom prst="rect">
            <a:avLst/>
          </a:prstGeom>
        </p:spPr>
        <p:txBody>
          <a:bodyPr anchor="t"/>
          <a:lstStyle>
            <a:lvl1pPr>
              <a:defRPr spc="-168" sz="8400"/>
            </a:lvl1pPr>
          </a:lstStyle>
          <a:p>
            <a:pPr/>
            <a:r>
              <a:t>Заголовок слайда</a:t>
            </a:r>
          </a:p>
        </p:txBody>
      </p:sp>
      <p:sp>
        <p:nvSpPr>
          <p:cNvPr id="82" name="Подзаголовок слайда"/>
          <p:cNvSpPr txBox="1"/>
          <p:nvPr>
            <p:ph type="body" sz="quarter" idx="21" hasCustomPrompt="1"/>
          </p:nvPr>
        </p:nvSpPr>
        <p:spPr>
          <a:xfrm>
            <a:off x="6388100" y="3394177"/>
            <a:ext cx="5105400" cy="671803"/>
          </a:xfrm>
          <a:prstGeom prst="rect">
            <a:avLst/>
          </a:prstGeom>
        </p:spPr>
        <p:txBody>
          <a:bodyPr/>
          <a:lstStyle>
            <a:lvl1pPr defTabSz="569594">
              <a:defRPr sz="3588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3" name="Уровень текста 1…"/>
          <p:cNvSpPr txBox="1"/>
          <p:nvPr>
            <p:ph type="body" sz="quarter" idx="1" hasCustomPrompt="1"/>
          </p:nvPr>
        </p:nvSpPr>
        <p:spPr>
          <a:xfrm>
            <a:off x="6388100" y="5461000"/>
            <a:ext cx="5105400" cy="5588000"/>
          </a:xfrm>
          <a:prstGeom prst="rect">
            <a:avLst/>
          </a:prstGeom>
        </p:spPr>
        <p:txBody>
          <a:bodyPr/>
          <a:lstStyle>
            <a:lvl1pPr marL="533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1pPr>
            <a:lvl2pPr marL="914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2pPr>
            <a:lvl3pPr marL="1295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3pPr>
            <a:lvl4pPr marL="1676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4pPr>
            <a:lvl5pPr marL="2057400" indent="-533400" defTabSz="2438339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0" sz="4200"/>
            </a:lvl5pPr>
          </a:lstStyle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xfrm>
            <a:off x="12018484" y="11164366"/>
            <a:ext cx="340259" cy="3245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6388100" y="52070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18484" y="11164366"/>
            <a:ext cx="340259" cy="3245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6388100" y="2421466"/>
            <a:ext cx="11607800" cy="1016001"/>
          </a:xfrm>
          <a:prstGeom prst="rect">
            <a:avLst/>
          </a:prstGeom>
        </p:spPr>
        <p:txBody>
          <a:bodyPr anchor="t"/>
          <a:lstStyle>
            <a:lvl1pPr>
              <a:defRPr spc="-168" sz="8400"/>
            </a:lvl1pPr>
          </a:lstStyle>
          <a:p>
            <a:pPr/>
            <a:r>
              <a:t>Заголовок слайда</a:t>
            </a:r>
          </a:p>
        </p:txBody>
      </p:sp>
      <p:sp>
        <p:nvSpPr>
          <p:cNvPr id="100" name="Подзаголовок слайда"/>
          <p:cNvSpPr txBox="1"/>
          <p:nvPr>
            <p:ph type="body" sz="quarter" idx="21" hasCustomPrompt="1"/>
          </p:nvPr>
        </p:nvSpPr>
        <p:spPr>
          <a:xfrm>
            <a:off x="6388100" y="3394177"/>
            <a:ext cx="11607801" cy="671803"/>
          </a:xfrm>
          <a:prstGeom prst="rect">
            <a:avLst/>
          </a:prstGeom>
        </p:spPr>
        <p:txBody>
          <a:bodyPr/>
          <a:lstStyle>
            <a:lvl1pPr defTabSz="602615">
              <a:defRPr sz="3796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xfrm>
            <a:off x="12018484" y="11164366"/>
            <a:ext cx="340259" cy="3245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6388100" y="2425700"/>
            <a:ext cx="11607800" cy="1016000"/>
          </a:xfrm>
          <a:prstGeom prst="rect">
            <a:avLst/>
          </a:prstGeom>
        </p:spPr>
        <p:txBody>
          <a:bodyPr anchor="t"/>
          <a:lstStyle>
            <a:lvl1pPr>
              <a:defRPr spc="-168" sz="8400"/>
            </a:lvl1pPr>
          </a:lstStyle>
          <a:p>
            <a:pPr/>
            <a:r>
              <a:t>Заголовок повестки дня</a:t>
            </a:r>
          </a:p>
        </p:txBody>
      </p:sp>
      <p:sp>
        <p:nvSpPr>
          <p:cNvPr id="10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6388100" y="3390900"/>
            <a:ext cx="11607801" cy="671802"/>
          </a:xfrm>
          <a:prstGeom prst="rect">
            <a:avLst/>
          </a:prstGeom>
        </p:spPr>
        <p:txBody>
          <a:bodyPr/>
          <a:lstStyle>
            <a:lvl1pPr defTabSz="602615">
              <a:defRPr sz="3796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10" name="Уровень текста 1…"/>
          <p:cNvSpPr txBox="1"/>
          <p:nvPr>
            <p:ph type="body" sz="half" idx="1" hasCustomPrompt="1"/>
          </p:nvPr>
        </p:nvSpPr>
        <p:spPr>
          <a:xfrm>
            <a:off x="6388100" y="4940300"/>
            <a:ext cx="11607800" cy="6096000"/>
          </a:xfrm>
          <a:prstGeom prst="rect">
            <a:avLst/>
          </a:prstGeom>
        </p:spPr>
        <p:txBody>
          <a:bodyPr/>
          <a:lstStyle>
            <a:lvl1pPr defTabSz="2438339">
              <a:lnSpc>
                <a:spcPct val="90000"/>
              </a:lnSpc>
              <a:spcBef>
                <a:spcPts val="1800"/>
              </a:spcBef>
              <a:defRPr b="0" spc="-52"/>
            </a:lvl1pPr>
            <a:lvl2pPr defTabSz="2438339">
              <a:lnSpc>
                <a:spcPct val="90000"/>
              </a:lnSpc>
              <a:spcBef>
                <a:spcPts val="1800"/>
              </a:spcBef>
              <a:defRPr b="0" spc="-52"/>
            </a:lvl2pPr>
            <a:lvl3pPr defTabSz="2438339">
              <a:lnSpc>
                <a:spcPct val="90000"/>
              </a:lnSpc>
              <a:spcBef>
                <a:spcPts val="1800"/>
              </a:spcBef>
              <a:defRPr b="0" spc="-52"/>
            </a:lvl3pPr>
            <a:lvl4pPr defTabSz="2438339">
              <a:lnSpc>
                <a:spcPct val="90000"/>
              </a:lnSpc>
              <a:spcBef>
                <a:spcPts val="1800"/>
              </a:spcBef>
              <a:defRPr b="0" spc="-52"/>
            </a:lvl4pPr>
            <a:lvl5pPr defTabSz="2438339">
              <a:lnSpc>
                <a:spcPct val="90000"/>
              </a:lnSpc>
              <a:spcBef>
                <a:spcPts val="1800"/>
              </a:spcBef>
              <a:defRPr b="0" spc="-52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xfrm>
            <a:off x="12018484" y="11164366"/>
            <a:ext cx="340259" cy="3245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quarter" idx="1" hasCustomPrompt="1"/>
          </p:nvPr>
        </p:nvSpPr>
        <p:spPr>
          <a:xfrm>
            <a:off x="6388100" y="5549900"/>
            <a:ext cx="11607800" cy="2617788"/>
          </a:xfrm>
          <a:prstGeom prst="rect">
            <a:avLst/>
          </a:prstGeom>
        </p:spPr>
        <p:txBody>
          <a:bodyPr anchor="ctr"/>
          <a:lstStyle>
            <a:lvl1pPr algn="ctr" defTabSz="2438339">
              <a:lnSpc>
                <a:spcPct val="80000"/>
              </a:lnSpc>
              <a:defRPr b="0" spc="-228" sz="11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algn="ctr" defTabSz="2438339">
              <a:lnSpc>
                <a:spcPct val="80000"/>
              </a:lnSpc>
              <a:defRPr b="0" spc="-228" sz="11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algn="ctr" defTabSz="2438339">
              <a:lnSpc>
                <a:spcPct val="80000"/>
              </a:lnSpc>
              <a:defRPr b="0" spc="-228" sz="11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algn="ctr" defTabSz="2438339">
              <a:lnSpc>
                <a:spcPct val="80000"/>
              </a:lnSpc>
              <a:defRPr b="0" spc="-228" sz="11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algn="ctr" defTabSz="2438339">
              <a:lnSpc>
                <a:spcPct val="80000"/>
              </a:lnSpc>
              <a:defRPr b="0" spc="-228" sz="11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xfrm>
            <a:off x="12018484" y="11164366"/>
            <a:ext cx="340259" cy="3245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Информация о факте"/>
          <p:cNvSpPr txBox="1"/>
          <p:nvPr>
            <p:ph type="body" sz="quarter" idx="21" hasCustomPrompt="1"/>
          </p:nvPr>
        </p:nvSpPr>
        <p:spPr>
          <a:xfrm>
            <a:off x="6388100" y="8191179"/>
            <a:ext cx="11607800" cy="671803"/>
          </a:xfrm>
          <a:prstGeom prst="rect">
            <a:avLst/>
          </a:prstGeom>
        </p:spPr>
        <p:txBody>
          <a:bodyPr/>
          <a:lstStyle>
            <a:lvl1pPr algn="ctr" defTabSz="1779987">
              <a:defRPr spc="-37" sz="3796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7" name="Уровень текста 1…"/>
          <p:cNvSpPr txBox="1"/>
          <p:nvPr>
            <p:ph type="body" sz="quarter" idx="1" hasCustomPrompt="1"/>
          </p:nvPr>
        </p:nvSpPr>
        <p:spPr>
          <a:xfrm>
            <a:off x="6388100" y="2553774"/>
            <a:ext cx="11607800" cy="5637406"/>
          </a:xfrm>
          <a:prstGeom prst="rect">
            <a:avLst/>
          </a:prstGeom>
        </p:spPr>
        <p:txBody>
          <a:bodyPr anchor="b"/>
          <a:lstStyle>
            <a:lvl1pPr algn="ctr" defTabSz="2438339">
              <a:lnSpc>
                <a:spcPct val="80000"/>
              </a:lnSpc>
              <a:defRPr spc="-246" sz="24600"/>
            </a:lvl1pPr>
            <a:lvl2pPr algn="ctr" defTabSz="2438339">
              <a:lnSpc>
                <a:spcPct val="80000"/>
              </a:lnSpc>
              <a:defRPr spc="-246" sz="24600"/>
            </a:lvl2pPr>
            <a:lvl3pPr algn="ctr" defTabSz="2438339">
              <a:lnSpc>
                <a:spcPct val="80000"/>
              </a:lnSpc>
              <a:defRPr spc="-246" sz="24600"/>
            </a:lvl3pPr>
            <a:lvl4pPr algn="ctr" defTabSz="2438339">
              <a:lnSpc>
                <a:spcPct val="80000"/>
              </a:lnSpc>
              <a:defRPr spc="-246" sz="24600"/>
            </a:lvl4pPr>
            <a:lvl5pPr algn="ctr" defTabSz="2438339">
              <a:lnSpc>
                <a:spcPct val="80000"/>
              </a:lnSpc>
              <a:defRPr spc="-246" sz="246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xfrm>
            <a:off x="12018484" y="11164366"/>
            <a:ext cx="340259" cy="3245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Уровень текста 1…"/>
          <p:cNvSpPr txBox="1"/>
          <p:nvPr>
            <p:ph type="body" sz="quarter" idx="1" hasCustomPrompt="1"/>
          </p:nvPr>
        </p:nvSpPr>
        <p:spPr>
          <a:xfrm>
            <a:off x="6426200" y="57023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642937" indent="-482203" defTabSz="2438339">
              <a:lnSpc>
                <a:spcPct val="90000"/>
              </a:lnSpc>
              <a:defRPr b="0" spc="-168" sz="8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42937" indent="-25003" defTabSz="2438339">
              <a:lnSpc>
                <a:spcPct val="90000"/>
              </a:lnSpc>
              <a:defRPr b="0" spc="-168" sz="8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42937" indent="432196" defTabSz="2438339">
              <a:lnSpc>
                <a:spcPct val="90000"/>
              </a:lnSpc>
              <a:defRPr b="0" spc="-168" sz="8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42937" indent="889396" defTabSz="2438339">
              <a:lnSpc>
                <a:spcPct val="90000"/>
              </a:lnSpc>
              <a:defRPr b="0" spc="-168" sz="8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42937" indent="1346596" defTabSz="2438339">
              <a:lnSpc>
                <a:spcPct val="90000"/>
              </a:lnSpc>
              <a:defRPr b="0" spc="-168" sz="84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Авторство"/>
          <p:cNvSpPr txBox="1"/>
          <p:nvPr>
            <p:ph type="body" sz="quarter" idx="21" hasCustomPrompt="1"/>
          </p:nvPr>
        </p:nvSpPr>
        <p:spPr>
          <a:xfrm>
            <a:off x="6908800" y="8407400"/>
            <a:ext cx="11049000" cy="461059"/>
          </a:xfrm>
          <a:prstGeom prst="rect">
            <a:avLst/>
          </a:prstGeom>
        </p:spPr>
        <p:txBody>
          <a:bodyPr/>
          <a:lstStyle>
            <a:lvl1pPr defTabSz="594360">
              <a:defRPr sz="2304"/>
            </a:lvl1pPr>
          </a:lstStyle>
          <a:p>
            <a:pPr/>
            <a:r>
              <a:t>Авторство</a:t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xfrm>
            <a:off x="12018484" y="11164366"/>
            <a:ext cx="340259" cy="3245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Крупный план дикорастущих растений между камнями"/>
          <p:cNvSpPr/>
          <p:nvPr>
            <p:ph type="pic" sz="quarter" idx="21"/>
          </p:nvPr>
        </p:nvSpPr>
        <p:spPr>
          <a:xfrm>
            <a:off x="12238149" y="7081043"/>
            <a:ext cx="5952902" cy="3962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Большая скала под тёмными облаками с грунтовой дорогой на переднем плане"/>
          <p:cNvSpPr/>
          <p:nvPr>
            <p:ph type="pic" idx="22"/>
          </p:nvPr>
        </p:nvSpPr>
        <p:spPr>
          <a:xfrm>
            <a:off x="474893" y="2628900"/>
            <a:ext cx="16967201" cy="84298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Крупный план дикого растения между вулканическими камнями"/>
          <p:cNvSpPr/>
          <p:nvPr>
            <p:ph type="pic" sz="quarter" idx="23"/>
          </p:nvPr>
        </p:nvSpPr>
        <p:spPr>
          <a:xfrm>
            <a:off x="12242800" y="2679700"/>
            <a:ext cx="5956300" cy="396466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xfrm>
            <a:off x="12018484" y="11164366"/>
            <a:ext cx="340259" cy="3245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водопад в окружении скал и растительности"/>
          <p:cNvSpPr/>
          <p:nvPr>
            <p:ph type="pic" idx="21"/>
          </p:nvPr>
        </p:nvSpPr>
        <p:spPr>
          <a:xfrm>
            <a:off x="4865050" y="1748649"/>
            <a:ext cx="15056595" cy="100496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xfrm>
            <a:off x="12018484" y="11164366"/>
            <a:ext cx="340259" cy="3245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xfrm>
            <a:off x="12018484" y="11164366"/>
            <a:ext cx="340259" cy="3245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презентации"/>
          <p:cNvSpPr txBox="1"/>
          <p:nvPr>
            <p:ph type="title" hasCustomPrompt="1"/>
          </p:nvPr>
        </p:nvSpPr>
        <p:spPr>
          <a:xfrm>
            <a:off x="6387471" y="3834010"/>
            <a:ext cx="11609058" cy="330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Заголовок презентации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6388100" y="7086600"/>
            <a:ext cx="11607800" cy="1441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18416" y="11164366"/>
            <a:ext cx="340259" cy="32451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6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8" strike="noStrike" sz="114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8" strike="noStrike" sz="114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8" strike="noStrike" sz="114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8" strike="noStrike" sz="114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8" strike="noStrike" sz="114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8" strike="noStrike" sz="114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8" strike="noStrike" sz="114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8" strike="noStrike" sz="114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28" strike="noStrike" sz="114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Автор и дат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Заголовок презентации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Подзаголовок презентации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KMG HR AI Command Center"/>
          <p:cNvSpPr txBox="1"/>
          <p:nvPr>
            <p:ph type="title"/>
          </p:nvPr>
        </p:nvSpPr>
        <p:spPr>
          <a:xfrm>
            <a:off x="6388100" y="2421466"/>
            <a:ext cx="11607800" cy="1016001"/>
          </a:xfrm>
          <a:prstGeom prst="rect">
            <a:avLst/>
          </a:prstGeom>
        </p:spPr>
        <p:txBody>
          <a:bodyPr/>
          <a:lstStyle>
            <a:lvl1pPr defTabSz="1731220">
              <a:defRPr spc="-119" sz="5964"/>
            </a:lvl1pPr>
          </a:lstStyle>
          <a:p>
            <a:pPr/>
            <a:r>
              <a:t>KMG HR AI Command Center</a:t>
            </a:r>
          </a:p>
        </p:txBody>
      </p:sp>
      <p:sp>
        <p:nvSpPr>
          <p:cNvPr id="176" name="Подзаголовок слайда"/>
          <p:cNvSpPr txBox="1"/>
          <p:nvPr>
            <p:ph type="body" idx="21"/>
          </p:nvPr>
        </p:nvSpPr>
        <p:spPr>
          <a:xfrm>
            <a:off x="6388100" y="3394178"/>
            <a:ext cx="11607801" cy="67180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AI-слой над Performance Management для качества целеполагания, стратегической связки и генерации сильных целей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AI-слой над Performance Management для качества целеполагания, стратегической связки и генерации сильных целей.</a:t>
            </a:r>
          </a:p>
          <a:p>
            <a:pPr/>
          </a:p>
          <a:p>
            <a:pPr/>
            <a:r>
              <a:t>Финал хакатона · Demo Day · 30 марта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1. Проблема бизнеса"/>
          <p:cNvSpPr txBox="1"/>
          <p:nvPr>
            <p:ph type="title"/>
          </p:nvPr>
        </p:nvSpPr>
        <p:spPr>
          <a:xfrm>
            <a:off x="6388100" y="2421466"/>
            <a:ext cx="11607800" cy="1016001"/>
          </a:xfrm>
          <a:prstGeom prst="rect">
            <a:avLst/>
          </a:prstGeom>
        </p:spPr>
        <p:txBody>
          <a:bodyPr/>
          <a:lstStyle>
            <a:lvl1pPr defTabSz="1731220">
              <a:defRPr spc="-119" sz="5964"/>
            </a:lvl1pPr>
          </a:lstStyle>
          <a:p>
            <a:pPr/>
            <a:r>
              <a:t>1. Проблема бизнеса</a:t>
            </a:r>
          </a:p>
        </p:txBody>
      </p:sp>
      <p:sp>
        <p:nvSpPr>
          <p:cNvPr id="180" name="Подзаголовок слайда"/>
          <p:cNvSpPr txBox="1"/>
          <p:nvPr>
            <p:ph type="body" idx="21"/>
          </p:nvPr>
        </p:nvSpPr>
        <p:spPr>
          <a:xfrm>
            <a:off x="6388100" y="3394178"/>
            <a:ext cx="11607801" cy="67180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1" name="SMART сам по себе не гарантирует качество цели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496062" indent="-496062" defTabSz="2267655">
              <a:spcBef>
                <a:spcPts val="4100"/>
              </a:spcBef>
              <a:defRPr sz="3906"/>
            </a:pPr>
            <a:r>
              <a:t>SMART сам по себе не гарантирует качество цели.</a:t>
            </a:r>
          </a:p>
          <a:p>
            <a:pPr marL="496062" indent="-496062" defTabSz="2267655">
              <a:spcBef>
                <a:spcPts val="4100"/>
              </a:spcBef>
              <a:defRPr sz="3906"/>
            </a:pPr>
            <a:r>
              <a:t>Цели часто не связаны с KPI, ВНД и задачами руководителя.</a:t>
            </a:r>
          </a:p>
          <a:p>
            <a:pPr marL="496062" indent="-496062" defTabSz="2267655">
              <a:spcBef>
                <a:spcPts val="4100"/>
              </a:spcBef>
              <a:defRPr sz="3906"/>
            </a:pPr>
            <a:r>
              <a:t>Руководители не видят зрелость goal set по подразделениям.</a:t>
            </a:r>
          </a:p>
          <a:p>
            <a:pPr marL="496062" indent="-496062" defTabSz="2267655">
              <a:spcBef>
                <a:spcPts val="4100"/>
              </a:spcBef>
              <a:defRPr sz="3906"/>
            </a:pPr>
            <a:r>
              <a:t>Performance management превращается в формальность, а не в инструмент управления.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2. Что мы построили"/>
          <p:cNvSpPr txBox="1"/>
          <p:nvPr>
            <p:ph type="title"/>
          </p:nvPr>
        </p:nvSpPr>
        <p:spPr>
          <a:xfrm>
            <a:off x="6388100" y="2421466"/>
            <a:ext cx="11607800" cy="1016001"/>
          </a:xfrm>
          <a:prstGeom prst="rect">
            <a:avLst/>
          </a:prstGeom>
        </p:spPr>
        <p:txBody>
          <a:bodyPr/>
          <a:lstStyle>
            <a:lvl1pPr defTabSz="1731220">
              <a:defRPr spc="-119" sz="5964"/>
            </a:lvl1pPr>
          </a:lstStyle>
          <a:p>
            <a:pPr/>
            <a:r>
              <a:t>2. Что мы построили</a:t>
            </a:r>
          </a:p>
        </p:txBody>
      </p:sp>
      <p:sp>
        <p:nvSpPr>
          <p:cNvPr id="184" name="Подзаголовок слайда"/>
          <p:cNvSpPr txBox="1"/>
          <p:nvPr>
            <p:ph type="body" idx="21"/>
          </p:nvPr>
        </p:nvSpPr>
        <p:spPr>
          <a:xfrm>
            <a:off x="6388100" y="3394178"/>
            <a:ext cx="11607801" cy="67180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5" name="Employee workspace: роль, проекты, KPI, каскад от руководителя и health набора целей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490727" indent="-490727" defTabSz="2243271">
              <a:spcBef>
                <a:spcPts val="4100"/>
              </a:spcBef>
              <a:defRPr sz="3864"/>
            </a:pPr>
            <a:r>
              <a:t>Employee workspace: роль, проекты, KPI, каскад от руководителя и health набора целей.</a:t>
            </a:r>
          </a:p>
          <a:p>
            <a:pPr marL="490727" indent="-490727" defTabSz="2243271">
              <a:spcBef>
                <a:spcPts val="4100"/>
              </a:spcBef>
              <a:defRPr sz="3864"/>
            </a:pPr>
            <a:r>
              <a:t>Goal Studio: SMART, strategic alignment, duplicate risk и улучшенная формулировка.</a:t>
            </a:r>
          </a:p>
          <a:p>
            <a:pPr marL="490727" indent="-490727" defTabSz="2243271">
              <a:spcBef>
                <a:spcPts val="4100"/>
              </a:spcBef>
              <a:defRPr sz="3864"/>
            </a:pPr>
            <a:r>
              <a:t>AI generation: 3-5 целей на основе ВНД, KPI и контекста сотрудника.</a:t>
            </a:r>
          </a:p>
          <a:p>
            <a:pPr marL="490727" indent="-490727" defTabSz="2243271">
              <a:spcBef>
                <a:spcPts val="4100"/>
              </a:spcBef>
              <a:defRPr sz="3864"/>
            </a:pPr>
            <a:r>
              <a:t>Team radar: зрелость целеполагания по подразделениям и кластеры рисков.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3. Как работает демо"/>
          <p:cNvSpPr txBox="1"/>
          <p:nvPr>
            <p:ph type="title"/>
          </p:nvPr>
        </p:nvSpPr>
        <p:spPr>
          <a:xfrm>
            <a:off x="6388100" y="2421466"/>
            <a:ext cx="11607800" cy="1016001"/>
          </a:xfrm>
          <a:prstGeom prst="rect">
            <a:avLst/>
          </a:prstGeom>
        </p:spPr>
        <p:txBody>
          <a:bodyPr/>
          <a:lstStyle>
            <a:lvl1pPr defTabSz="1731220">
              <a:defRPr spc="-119" sz="5964"/>
            </a:lvl1pPr>
          </a:lstStyle>
          <a:p>
            <a:pPr/>
            <a:r>
              <a:t>3. Как работает демо</a:t>
            </a:r>
          </a:p>
        </p:txBody>
      </p:sp>
      <p:sp>
        <p:nvSpPr>
          <p:cNvPr id="188" name="Подзаголовок слайда"/>
          <p:cNvSpPr txBox="1"/>
          <p:nvPr>
            <p:ph type="body" idx="21"/>
          </p:nvPr>
        </p:nvSpPr>
        <p:spPr>
          <a:xfrm>
            <a:off x="6388100" y="3394178"/>
            <a:ext cx="11607801" cy="67180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9" name="1. Показываем dashboard зрелости целеполагания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474726" indent="-474726" defTabSz="2170121">
              <a:spcBef>
                <a:spcPts val="4000"/>
              </a:spcBef>
              <a:defRPr sz="3738"/>
            </a:pPr>
            <a:r>
              <a:t>1. Показываем dashboard зрелости целеполагания.</a:t>
            </a:r>
          </a:p>
          <a:p>
            <a:pPr marL="474726" indent="-474726" defTabSz="2170121">
              <a:spcBef>
                <a:spcPts val="4000"/>
              </a:spcBef>
              <a:defRPr sz="3738"/>
            </a:pPr>
            <a:r>
              <a:t>2. Выбираем сотрудника и собираем контекст не в вакууме, а в контуре бизнеса.</a:t>
            </a:r>
          </a:p>
          <a:p>
            <a:pPr marL="474726" indent="-474726" defTabSz="2170121">
              <a:spcBef>
                <a:spcPts val="4000"/>
              </a:spcBef>
              <a:defRPr sz="3738"/>
            </a:pPr>
            <a:r>
              <a:t>3. Проверяем слабую цель и видим SMART-разбор, связку с ВНД и риски.</a:t>
            </a:r>
          </a:p>
          <a:p>
            <a:pPr marL="474726" indent="-474726" defTabSz="2170121">
              <a:spcBef>
                <a:spcPts val="4000"/>
              </a:spcBef>
              <a:defRPr sz="3738"/>
            </a:pPr>
            <a:r>
              <a:t>4. Генерируем новый набор целей и возвращаем лучшую формулировку обратно в Goal Studio.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4. Почему решение сильное"/>
          <p:cNvSpPr txBox="1"/>
          <p:nvPr>
            <p:ph type="title"/>
          </p:nvPr>
        </p:nvSpPr>
        <p:spPr>
          <a:xfrm>
            <a:off x="6388100" y="2421466"/>
            <a:ext cx="11607800" cy="1016001"/>
          </a:xfrm>
          <a:prstGeom prst="rect">
            <a:avLst/>
          </a:prstGeom>
        </p:spPr>
        <p:txBody>
          <a:bodyPr/>
          <a:lstStyle>
            <a:lvl1pPr defTabSz="1731220">
              <a:defRPr spc="-119" sz="5964"/>
            </a:lvl1pPr>
          </a:lstStyle>
          <a:p>
            <a:pPr/>
            <a:r>
              <a:t>4. Почему решение сильное</a:t>
            </a:r>
          </a:p>
        </p:txBody>
      </p:sp>
      <p:sp>
        <p:nvSpPr>
          <p:cNvPr id="192" name="Подзаголовок слайда"/>
          <p:cNvSpPr txBox="1"/>
          <p:nvPr>
            <p:ph type="body" idx="21"/>
          </p:nvPr>
        </p:nvSpPr>
        <p:spPr>
          <a:xfrm>
            <a:off x="6388100" y="3394178"/>
            <a:ext cx="11607801" cy="67180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Это не просто SMART-checker, а command center для качества целеполагания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506729" indent="-506729" defTabSz="2316422">
              <a:spcBef>
                <a:spcPts val="4200"/>
              </a:spcBef>
              <a:defRPr sz="3989"/>
            </a:pPr>
            <a:r>
              <a:t>Это не просто SMART-checker, а command center для качества целеполагания.</a:t>
            </a:r>
          </a:p>
          <a:p>
            <a:pPr marL="506729" indent="-506729" defTabSz="2316422">
              <a:spcBef>
                <a:spcPts val="4200"/>
              </a:spcBef>
              <a:defRPr sz="3989"/>
            </a:pPr>
            <a:r>
              <a:t>Hybrid architecture: deterministic scoring + retrieval + optional external LLM.</a:t>
            </a:r>
          </a:p>
          <a:p>
            <a:pPr marL="506729" indent="-506729" defTabSz="2316422">
              <a:spcBef>
                <a:spcPts val="4200"/>
              </a:spcBef>
              <a:defRPr sz="3989"/>
            </a:pPr>
            <a:r>
              <a:t>Решение объяснимо: каждая цель подкрепляется ВНД, KPI и контекстом роли.</a:t>
            </a:r>
          </a:p>
          <a:p>
            <a:pPr marL="506729" indent="-506729" defTabSz="2316422">
              <a:spcBef>
                <a:spcPts val="4200"/>
              </a:spcBef>
              <a:defRPr sz="3989"/>
            </a:pPr>
            <a:r>
              <a:t>Есть ценность и для сотрудника, и для руководителя, и для HR/exec уровня.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5. Эффект для бизнеса"/>
          <p:cNvSpPr txBox="1"/>
          <p:nvPr>
            <p:ph type="title"/>
          </p:nvPr>
        </p:nvSpPr>
        <p:spPr>
          <a:xfrm>
            <a:off x="6388100" y="2421466"/>
            <a:ext cx="11607800" cy="1016001"/>
          </a:xfrm>
          <a:prstGeom prst="rect">
            <a:avLst/>
          </a:prstGeom>
        </p:spPr>
        <p:txBody>
          <a:bodyPr/>
          <a:lstStyle>
            <a:lvl1pPr defTabSz="1731220">
              <a:defRPr spc="-119" sz="5964"/>
            </a:lvl1pPr>
          </a:lstStyle>
          <a:p>
            <a:pPr/>
            <a:r>
              <a:t>5. Эффект для бизнеса</a:t>
            </a:r>
          </a:p>
        </p:txBody>
      </p:sp>
      <p:sp>
        <p:nvSpPr>
          <p:cNvPr id="196" name="Подзаголовок слайда"/>
          <p:cNvSpPr txBox="1"/>
          <p:nvPr>
            <p:ph type="body" idx="21"/>
          </p:nvPr>
        </p:nvSpPr>
        <p:spPr>
          <a:xfrm>
            <a:off x="6388100" y="3394178"/>
            <a:ext cx="11607801" cy="67180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7" name="Снижается доля формальных activity-based целей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490727" indent="-490727" defTabSz="2243271">
              <a:spcBef>
                <a:spcPts val="4100"/>
              </a:spcBef>
              <a:defRPr sz="3864"/>
            </a:pPr>
            <a:r>
              <a:t>Снижается доля формальных activity-based целей.</a:t>
            </a:r>
          </a:p>
          <a:p>
            <a:pPr marL="490727" indent="-490727" defTabSz="2243271">
              <a:spcBef>
                <a:spcPts val="4100"/>
              </a:spcBef>
              <a:defRPr sz="3864"/>
            </a:pPr>
            <a:r>
              <a:t>Растет стратегическая связка целей с задачами компании и руководителя.</a:t>
            </a:r>
          </a:p>
          <a:p>
            <a:pPr marL="490727" indent="-490727" defTabSz="2243271">
              <a:spcBef>
                <a:spcPts val="4100"/>
              </a:spcBef>
              <a:defRPr sz="3864"/>
            </a:pPr>
            <a:r>
              <a:t>Сотрудник получает понятную улучшенную формулировку, а не только абстрактный score.</a:t>
            </a:r>
          </a:p>
          <a:p>
            <a:pPr marL="490727" indent="-490727" defTabSz="2243271">
              <a:spcBef>
                <a:spcPts val="4100"/>
              </a:spcBef>
              <a:defRPr sz="3864"/>
            </a:pPr>
            <a:r>
              <a:t>Систему можно встроить в любую HR/PM-платформу через API.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6. Внедрение и next steps"/>
          <p:cNvSpPr txBox="1"/>
          <p:nvPr>
            <p:ph type="title"/>
          </p:nvPr>
        </p:nvSpPr>
        <p:spPr>
          <a:xfrm>
            <a:off x="6388100" y="2421466"/>
            <a:ext cx="11607800" cy="1016001"/>
          </a:xfrm>
          <a:prstGeom prst="rect">
            <a:avLst/>
          </a:prstGeom>
        </p:spPr>
        <p:txBody>
          <a:bodyPr/>
          <a:lstStyle>
            <a:lvl1pPr defTabSz="1731220">
              <a:defRPr spc="-119" sz="5964"/>
            </a:lvl1pPr>
          </a:lstStyle>
          <a:p>
            <a:pPr/>
            <a:r>
              <a:t>6. Внедрение и next steps</a:t>
            </a:r>
          </a:p>
        </p:txBody>
      </p:sp>
      <p:sp>
        <p:nvSpPr>
          <p:cNvPr id="200" name="Подзаголовок слайда"/>
          <p:cNvSpPr txBox="1"/>
          <p:nvPr>
            <p:ph type="body" idx="21"/>
          </p:nvPr>
        </p:nvSpPr>
        <p:spPr>
          <a:xfrm>
            <a:off x="6388100" y="3394178"/>
            <a:ext cx="11607801" cy="67180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1" name="Подключение к боевой HR-системе вместо CSV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Подключение к боевой HR-системе вместо CSV.</a:t>
            </a:r>
          </a:p>
          <a:p>
            <a:pPr/>
            <a:r>
              <a:t>Историческая калибровка достижимости по фактическим результатам.</a:t>
            </a:r>
          </a:p>
          <a:p>
            <a:pPr/>
            <a:r>
              <a:t>Feedback loop от руководителей и HR BP.</a:t>
            </a:r>
          </a:p>
          <a:p>
            <a:pPr/>
            <a:r>
              <a:t>Расширение с уровня одной цели до управления полным квартальным goal set.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9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9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