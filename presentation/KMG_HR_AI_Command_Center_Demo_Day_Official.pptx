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media/image2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1531" rtl="0" fontAlgn="auto" latinLnBrk="0" hangingPunct="0">
      <a:lnSpc>
        <a:spcPct val="10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515151"/>
        </a:solidFill>
        <a:effectLst/>
        <a:uFillTx/>
        <a:latin typeface="+mn-lt"/>
        <a:ea typeface="+mn-ea"/>
        <a:cs typeface="+mn-cs"/>
        <a:sym typeface="Cochin"/>
      </a:defRPr>
    </a:lvl1pPr>
    <a:lvl2pPr marL="0" marR="0" indent="0" algn="l" defTabSz="821531" rtl="0" fontAlgn="auto" latinLnBrk="0" hangingPunct="0">
      <a:lnSpc>
        <a:spcPct val="10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515151"/>
        </a:solidFill>
        <a:effectLst/>
        <a:uFillTx/>
        <a:latin typeface="+mn-lt"/>
        <a:ea typeface="+mn-ea"/>
        <a:cs typeface="+mn-cs"/>
        <a:sym typeface="Cochin"/>
      </a:defRPr>
    </a:lvl2pPr>
    <a:lvl3pPr marL="0" marR="0" indent="0" algn="l" defTabSz="821531" rtl="0" fontAlgn="auto" latinLnBrk="0" hangingPunct="0">
      <a:lnSpc>
        <a:spcPct val="10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515151"/>
        </a:solidFill>
        <a:effectLst/>
        <a:uFillTx/>
        <a:latin typeface="+mn-lt"/>
        <a:ea typeface="+mn-ea"/>
        <a:cs typeface="+mn-cs"/>
        <a:sym typeface="Cochin"/>
      </a:defRPr>
    </a:lvl3pPr>
    <a:lvl4pPr marL="0" marR="0" indent="0" algn="l" defTabSz="821531" rtl="0" fontAlgn="auto" latinLnBrk="0" hangingPunct="0">
      <a:lnSpc>
        <a:spcPct val="10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515151"/>
        </a:solidFill>
        <a:effectLst/>
        <a:uFillTx/>
        <a:latin typeface="+mn-lt"/>
        <a:ea typeface="+mn-ea"/>
        <a:cs typeface="+mn-cs"/>
        <a:sym typeface="Cochin"/>
      </a:defRPr>
    </a:lvl4pPr>
    <a:lvl5pPr marL="0" marR="0" indent="0" algn="l" defTabSz="821531" rtl="0" fontAlgn="auto" latinLnBrk="0" hangingPunct="0">
      <a:lnSpc>
        <a:spcPct val="10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515151"/>
        </a:solidFill>
        <a:effectLst/>
        <a:uFillTx/>
        <a:latin typeface="+mn-lt"/>
        <a:ea typeface="+mn-ea"/>
        <a:cs typeface="+mn-cs"/>
        <a:sym typeface="Cochin"/>
      </a:defRPr>
    </a:lvl5pPr>
    <a:lvl6pPr marL="0" marR="0" indent="0" algn="l" defTabSz="821531" rtl="0" fontAlgn="auto" latinLnBrk="0" hangingPunct="0">
      <a:lnSpc>
        <a:spcPct val="10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515151"/>
        </a:solidFill>
        <a:effectLst/>
        <a:uFillTx/>
        <a:latin typeface="+mn-lt"/>
        <a:ea typeface="+mn-ea"/>
        <a:cs typeface="+mn-cs"/>
        <a:sym typeface="Cochin"/>
      </a:defRPr>
    </a:lvl6pPr>
    <a:lvl7pPr marL="0" marR="0" indent="0" algn="l" defTabSz="821531" rtl="0" fontAlgn="auto" latinLnBrk="0" hangingPunct="0">
      <a:lnSpc>
        <a:spcPct val="10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515151"/>
        </a:solidFill>
        <a:effectLst/>
        <a:uFillTx/>
        <a:latin typeface="+mn-lt"/>
        <a:ea typeface="+mn-ea"/>
        <a:cs typeface="+mn-cs"/>
        <a:sym typeface="Cochin"/>
      </a:defRPr>
    </a:lvl7pPr>
    <a:lvl8pPr marL="0" marR="0" indent="0" algn="l" defTabSz="821531" rtl="0" fontAlgn="auto" latinLnBrk="0" hangingPunct="0">
      <a:lnSpc>
        <a:spcPct val="10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515151"/>
        </a:solidFill>
        <a:effectLst/>
        <a:uFillTx/>
        <a:latin typeface="+mn-lt"/>
        <a:ea typeface="+mn-ea"/>
        <a:cs typeface="+mn-cs"/>
        <a:sym typeface="Cochin"/>
      </a:defRPr>
    </a:lvl8pPr>
    <a:lvl9pPr marL="0" marR="0" indent="0" algn="l" defTabSz="821531" rtl="0" fontAlgn="auto" latinLnBrk="0" hangingPunct="0">
      <a:lnSpc>
        <a:spcPct val="10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515151"/>
        </a:solidFill>
        <a:effectLst/>
        <a:uFillTx/>
        <a:latin typeface="+mn-lt"/>
        <a:ea typeface="+mn-ea"/>
        <a:cs typeface="+mn-cs"/>
        <a:sym typeface="Cochi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3D3E3F">
            <a:alpha val="90000"/>
          </a:srgbClr>
        </a:fontRef>
        <a:srgbClr val="3D3E3F">
          <a:alpha val="90000"/>
        </a:srgb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7C7C7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DCDEE0"/>
              </a:solidFill>
              <a:prstDash val="solid"/>
              <a:miter lim="400000"/>
            </a:ln>
          </a:top>
          <a:bottom>
            <a:ln w="12700" cap="flat">
              <a:solidFill>
                <a:srgbClr val="DCDEE0"/>
              </a:solidFill>
              <a:prstDash val="solid"/>
              <a:miter lim="400000"/>
            </a:ln>
          </a:bottom>
          <a:insideH>
            <a:ln w="12700" cap="flat">
              <a:solidFill>
                <a:srgbClr val="DCDEE0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3D3E3F">
            <a:alpha val="90000"/>
          </a:srgbClr>
        </a:fontRef>
        <a:srgbClr val="3D3E3F">
          <a:alpha val="90000"/>
        </a:srgb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DCDEE0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3D3E3F">
            <a:alpha val="90000"/>
          </a:srgbClr>
        </a:fontRef>
        <a:srgbClr val="3D3E3F">
          <a:alpha val="90000"/>
        </a:srgb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2A1A6"/>
              </a:solidFill>
              <a:prstDash val="solid"/>
              <a:miter lim="400000"/>
            </a:ln>
          </a:top>
          <a:bottom>
            <a:ln w="12700" cap="flat">
              <a:solidFill>
                <a:srgbClr val="A2A1A6"/>
              </a:solidFill>
              <a:prstDash val="solid"/>
              <a:miter lim="400000"/>
            </a:ln>
          </a:bottom>
          <a:insideH>
            <a:ln w="12700" cap="flat">
              <a:solidFill>
                <a:srgbClr val="A2A1A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7C7C7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18181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inor">
          <a:srgbClr val="3D3E3F">
            <a:alpha val="90000"/>
          </a:srgbClr>
        </a:fontRef>
        <a:srgbClr val="3D3E3F">
          <a:alpha val="90000"/>
        </a:srgb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6AAA9">
              <a:alpha val="11000"/>
            </a:srgbClr>
          </a:solidFill>
        </a:fill>
      </a:tcStyle>
    </a:band2H>
    <a:firstCol>
      <a:tcTxStyle b="off" i="off">
        <a:fontRef idx="minor">
          <a:srgbClr val="3D3E3F">
            <a:alpha val="90000"/>
          </a:srgbClr>
        </a:fontRef>
        <a:srgbClr val="3D3E3F">
          <a:alpha val="90000"/>
        </a:srgbClr>
      </a:tcTxStyle>
      <a:tcStyle>
        <a:tcBdr>
          <a:left>
            <a:ln w="12700" cap="flat">
              <a:noFill/>
              <a:miter lim="400000"/>
            </a:ln>
          </a:left>
          <a:right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6AAA9"/>
              </a:solidFill>
              <a:custDash>
                <a:ds d="100000" sp="200000"/>
              </a:custDash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-2410"/>
              <a:lumOff val="-16942"/>
              <a:alpha val="60000"/>
            </a:scheme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A6AAA9"/>
              </a:solidFill>
              <a:custDash>
                <a:ds d="100000" sp="200000"/>
              </a:custDash>
              <a:miter lim="400000"/>
            </a:ln>
          </a:bottom>
          <a:insideH>
            <a:ln w="12700" cap="flat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-2410"/>
              <a:lumOff val="-16942"/>
              <a:alpha val="50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3D3E3F">
            <a:alpha val="90000"/>
          </a:srgbClr>
        </a:fontRef>
        <a:srgbClr val="3D3E3F">
          <a:alpha val="90000"/>
        </a:srgbClr>
      </a:tcTxStyle>
      <a:tcStyle>
        <a:tcBdr>
          <a:left>
            <a:ln w="12700" cap="flat">
              <a:solidFill>
                <a:schemeClr val="accent2">
                  <a:satOff val="1875"/>
                  <a:lumOff val="16453"/>
                  <a:alpha val="50000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satOff val="1875"/>
                  <a:lumOff val="16453"/>
                  <a:alpha val="50000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satOff val="1875"/>
                  <a:lumOff val="16453"/>
                  <a:alpha val="50000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satOff val="1875"/>
                  <a:lumOff val="16453"/>
                  <a:alpha val="50000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satOff val="1875"/>
                  <a:lumOff val="16453"/>
                  <a:alpha val="50000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satOff val="1875"/>
                  <a:lumOff val="16453"/>
                  <a:alpha val="50000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6AAA9">
              <a:alpha val="25000"/>
            </a:srgbClr>
          </a:solidFill>
        </a:fill>
      </a:tcStyle>
    </a:band2H>
    <a:firstCol>
      <a:tcTxStyle b="off" i="off">
        <a:fontRef idx="minor">
          <a:srgbClr val="3D3E3F">
            <a:alpha val="90000"/>
          </a:srgbClr>
        </a:fontRef>
        <a:srgbClr val="3D3E3F">
          <a:alpha val="90000"/>
        </a:srgb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chemeClr val="accent2">
                  <a:satOff val="1875"/>
                  <a:lumOff val="16453"/>
                  <a:alpha val="50000"/>
                </a:schemeClr>
              </a:solidFill>
              <a:prstDash val="solid"/>
              <a:miter lim="400000"/>
            </a:ln>
          </a:insideV>
        </a:tcBdr>
        <a:fill>
          <a:solidFill>
            <a:schemeClr val="accent2">
              <a:satOff val="1875"/>
              <a:lumOff val="16453"/>
              <a:alpha val="30000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2">
                  <a:satOff val="1875"/>
                  <a:lumOff val="16453"/>
                  <a:alpha val="50000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alpha val="85000"/>
            </a:scheme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2">
                  <a:satOff val="1875"/>
                  <a:lumOff val="16453"/>
                  <a:alpha val="50000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alpha val="64999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3D3E3F">
            <a:alpha val="90000"/>
          </a:srgbClr>
        </a:fontRef>
        <a:srgbClr val="3D3E3F">
          <a:alpha val="90000"/>
        </a:srgbClr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6AAA9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3585F">
              <a:alpha val="57000"/>
            </a:srgbClr>
          </a:solidFill>
        </a:fill>
      </a:tcStyle>
    </a:firstCol>
    <a:lastRow>
      <a:tcTxStyle b="off" i="off">
        <a:fontRef idx="minor">
          <a:srgbClr val="3D3E3F">
            <a:alpha val="90000"/>
          </a:srgbClr>
        </a:fontRef>
        <a:srgbClr val="3D3E3F">
          <a:alpha val="90000"/>
        </a:srgb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2708684C-4D16-4618-839F-0558EEFCDFE6}" styleName="">
    <a:tblBg/>
    <a:wholeTbl>
      <a:tcTxStyle b="off" i="off">
        <a:fontRef idx="minor">
          <a:srgbClr val="53585F"/>
        </a:fontRef>
        <a:srgbClr val="53585F"/>
      </a:tcTxStyle>
      <a:tcStyle>
        <a:tcBdr>
          <a:left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CDEE0"/>
          </a:solidFill>
        </a:fill>
      </a:tcStyle>
    </a:band2H>
    <a:firstCol>
      <a:tcTxStyle b="off" i="off">
        <a:fontRef idx="minor">
          <a:srgbClr val="818181"/>
        </a:fontRef>
        <a:srgbClr val="818181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right>
          <a:top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chemeClr val="accent1">
                  <a:satOff val="8779"/>
                  <a:lumOff val="16332"/>
                </a:schemeClr>
              </a:solidFill>
              <a:custDash>
                <a:ds d="100000" sp="200000"/>
              </a:custDash>
              <a:miter lim="400000"/>
            </a:ln>
          </a:insideH>
          <a:insideV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818181"/>
        </a:fontRef>
        <a:srgbClr val="818181"/>
      </a:tcTxStyle>
      <a:tcStyle>
        <a:tcBdr>
          <a:left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left>
          <a:right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right>
          <a:top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insideH>
          <a:insideV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chemeClr val="accent1"/>
        </a:fontRef>
        <a:schemeClr val="accent1"/>
      </a:tcTxStyle>
      <a:tcStyle>
        <a:tcBdr>
          <a:left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left>
          <a:right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bottom>
          <a:insideH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insideH>
          <a:insideV>
            <a:ln w="25400" cap="flat">
              <a:solidFill>
                <a:schemeClr val="accent1">
                  <a:satOff val="8779"/>
                  <a:lumOff val="16332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 — горизонт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Крупный план свадебного торта, верх которого украшен розовыми цветами"/>
          <p:cNvSpPr/>
          <p:nvPr>
            <p:ph type="pic" sz="quarter" idx="21"/>
          </p:nvPr>
        </p:nvSpPr>
        <p:spPr>
          <a:xfrm>
            <a:off x="8041463" y="2743200"/>
            <a:ext cx="8305801" cy="55372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Текст заголовка"/>
          <p:cNvSpPr txBox="1"/>
          <p:nvPr>
            <p:ph type="title"/>
          </p:nvPr>
        </p:nvSpPr>
        <p:spPr>
          <a:xfrm>
            <a:off x="6477000" y="8394700"/>
            <a:ext cx="11430000" cy="1778000"/>
          </a:xfrm>
          <a:prstGeom prst="rect">
            <a:avLst/>
          </a:prstGeom>
        </p:spPr>
        <p:txBody>
          <a:bodyPr anchor="ctr"/>
          <a:lstStyle/>
          <a:p>
            <a:pPr/>
            <a:r>
              <a:t>Текст заголовка</a:t>
            </a:r>
          </a:p>
        </p:txBody>
      </p:sp>
      <p:sp>
        <p:nvSpPr>
          <p:cNvPr id="22" name="Уровень текста 1…"/>
          <p:cNvSpPr txBox="1"/>
          <p:nvPr>
            <p:ph type="body" sz="quarter" idx="1"/>
          </p:nvPr>
        </p:nvSpPr>
        <p:spPr>
          <a:xfrm>
            <a:off x="6477000" y="10160000"/>
            <a:ext cx="11430000" cy="825500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по цент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Текст заголовка"/>
          <p:cNvSpPr txBox="1"/>
          <p:nvPr>
            <p:ph type="title"/>
          </p:nvPr>
        </p:nvSpPr>
        <p:spPr>
          <a:xfrm>
            <a:off x="6477000" y="5270500"/>
            <a:ext cx="11430000" cy="3175000"/>
          </a:xfrm>
          <a:prstGeom prst="rect">
            <a:avLst/>
          </a:prstGeom>
        </p:spPr>
        <p:txBody>
          <a:bodyPr anchor="ctr"/>
          <a:lstStyle/>
          <a:p>
            <a:pPr/>
            <a:r>
              <a:t>Текст заголовка</a:t>
            </a:r>
          </a:p>
        </p:txBody>
      </p:sp>
      <p:sp>
        <p:nvSpPr>
          <p:cNvPr id="3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Стулья для свадебной церемонии, украшенные голубыми лентами"/>
          <p:cNvSpPr/>
          <p:nvPr>
            <p:ph type="pic" sz="quarter" idx="21"/>
          </p:nvPr>
        </p:nvSpPr>
        <p:spPr>
          <a:xfrm>
            <a:off x="11298766" y="4064000"/>
            <a:ext cx="7450668" cy="55880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" name="Текст заголовка"/>
          <p:cNvSpPr txBox="1"/>
          <p:nvPr>
            <p:ph type="title"/>
          </p:nvPr>
        </p:nvSpPr>
        <p:spPr>
          <a:xfrm>
            <a:off x="6235700" y="3454400"/>
            <a:ext cx="5969000" cy="3708400"/>
          </a:xfrm>
          <a:prstGeom prst="rect">
            <a:avLst/>
          </a:prstGeom>
        </p:spPr>
        <p:txBody>
          <a:bodyPr/>
          <a:lstStyle>
            <a:lvl1pPr>
              <a:defRPr sz="10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0" name="Уровень текста 1…"/>
          <p:cNvSpPr txBox="1"/>
          <p:nvPr>
            <p:ph type="body" sz="quarter" idx="1"/>
          </p:nvPr>
        </p:nvSpPr>
        <p:spPr>
          <a:xfrm>
            <a:off x="6235700" y="7277100"/>
            <a:ext cx="5969000" cy="3238500"/>
          </a:xfrm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сверху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Текст заголовка"/>
          <p:cNvSpPr txBox="1"/>
          <p:nvPr>
            <p:ph type="title"/>
          </p:nvPr>
        </p:nvSpPr>
        <p:spPr>
          <a:xfrm>
            <a:off x="6477000" y="2501900"/>
            <a:ext cx="11430000" cy="1905000"/>
          </a:xfrm>
          <a:prstGeom prst="rect">
            <a:avLst/>
          </a:prstGeom>
        </p:spPr>
        <p:txBody>
          <a:bodyPr anchor="ctr"/>
          <a:lstStyle>
            <a:lvl1pPr>
              <a:defRPr sz="10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Текст заголовка"/>
          <p:cNvSpPr txBox="1"/>
          <p:nvPr>
            <p:ph type="title"/>
          </p:nvPr>
        </p:nvSpPr>
        <p:spPr>
          <a:xfrm>
            <a:off x="6477000" y="2501900"/>
            <a:ext cx="11430000" cy="1905000"/>
          </a:xfrm>
          <a:prstGeom prst="rect">
            <a:avLst/>
          </a:prstGeom>
        </p:spPr>
        <p:txBody>
          <a:bodyPr anchor="ctr"/>
          <a:lstStyle>
            <a:lvl1pPr>
              <a:defRPr sz="10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57" name="Уровень текста 1…"/>
          <p:cNvSpPr txBox="1"/>
          <p:nvPr>
            <p:ph type="body" sz="quarter" idx="1"/>
          </p:nvPr>
        </p:nvSpPr>
        <p:spPr>
          <a:xfrm>
            <a:off x="6477000" y="4775200"/>
            <a:ext cx="11430000" cy="5715000"/>
          </a:xfrm>
          <a:prstGeom prst="rect">
            <a:avLst/>
          </a:prstGeom>
        </p:spPr>
        <p:txBody>
          <a:bodyPr anchor="ctr"/>
          <a:lstStyle>
            <a:lvl1pPr marL="604520" indent="-604520" algn="l">
              <a:spcBef>
                <a:spcPts val="5600"/>
              </a:spcBef>
              <a:buClr>
                <a:srgbClr val="515151"/>
              </a:buClr>
              <a:buSzPct val="75000"/>
              <a:buChar char="•"/>
              <a:defRPr sz="5600"/>
            </a:lvl1pPr>
            <a:lvl2pPr marL="1036320" indent="-604520" algn="l">
              <a:spcBef>
                <a:spcPts val="5600"/>
              </a:spcBef>
              <a:buClr>
                <a:srgbClr val="515151"/>
              </a:buClr>
              <a:buSzPct val="75000"/>
              <a:buChar char="•"/>
              <a:defRPr sz="5600"/>
            </a:lvl2pPr>
            <a:lvl3pPr marL="1468120" indent="-604520" algn="l">
              <a:spcBef>
                <a:spcPts val="5600"/>
              </a:spcBef>
              <a:buClr>
                <a:srgbClr val="515151"/>
              </a:buClr>
              <a:buSzPct val="75000"/>
              <a:buChar char="•"/>
              <a:defRPr sz="5600"/>
            </a:lvl3pPr>
            <a:lvl4pPr marL="1899920" indent="-604520" algn="l">
              <a:spcBef>
                <a:spcPts val="5600"/>
              </a:spcBef>
              <a:buClr>
                <a:srgbClr val="515151"/>
              </a:buClr>
              <a:buSzPct val="75000"/>
              <a:buChar char="•"/>
              <a:defRPr sz="5600"/>
            </a:lvl4pPr>
            <a:lvl5pPr marL="2331720" indent="-604520" algn="l">
              <a:spcBef>
                <a:spcPts val="5600"/>
              </a:spcBef>
              <a:buClr>
                <a:srgbClr val="515151"/>
              </a:buClr>
              <a:buSzPct val="75000"/>
              <a:buChar char="•"/>
              <a:defRPr sz="5600"/>
            </a:lvl5pPr>
          </a:lstStyle>
          <a:p>
            <a:pPr>
              <a:defRPr>
                <a:effectLst/>
              </a:defRPr>
            </a:pPr>
            <a:r>
              <a:t>Уровень текста 1</a:t>
            </a:r>
          </a:p>
          <a:p>
            <a:pPr lvl="1">
              <a:defRPr>
                <a:effectLst/>
              </a:defRPr>
            </a:pPr>
            <a:r>
              <a:t>Уровень текста 2</a:t>
            </a:r>
          </a:p>
          <a:p>
            <a:pPr lvl="2">
              <a:defRPr>
                <a:effectLst/>
              </a:defRPr>
            </a:pPr>
            <a:r>
              <a:t>Уровень текста 3</a:t>
            </a:r>
          </a:p>
          <a:p>
            <a:pPr lvl="3">
              <a:defRPr>
                <a:effectLst/>
              </a:defRPr>
            </a:pPr>
            <a:r>
              <a:t>Уровень текста 4</a:t>
            </a:r>
          </a:p>
          <a:p>
            <a:pPr lvl="4">
              <a:defRPr>
                <a:effectLst/>
              </a:defRPr>
            </a:pPr>
            <a:r>
              <a:t>Уровень текста 5</a:t>
            </a:r>
          </a:p>
        </p:txBody>
      </p:sp>
      <p:sp>
        <p:nvSpPr>
          <p:cNvPr id="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Стулья для свадебной церемонии, украшенные голубыми лентами"/>
          <p:cNvSpPr/>
          <p:nvPr>
            <p:ph type="pic" sz="quarter" idx="21"/>
          </p:nvPr>
        </p:nvSpPr>
        <p:spPr>
          <a:xfrm>
            <a:off x="11298766" y="4851400"/>
            <a:ext cx="7450668" cy="55880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6" name="Текст заголовка"/>
          <p:cNvSpPr txBox="1"/>
          <p:nvPr>
            <p:ph type="title"/>
          </p:nvPr>
        </p:nvSpPr>
        <p:spPr>
          <a:xfrm>
            <a:off x="6477000" y="2501900"/>
            <a:ext cx="11430000" cy="1905000"/>
          </a:xfrm>
          <a:prstGeom prst="rect">
            <a:avLst/>
          </a:prstGeom>
        </p:spPr>
        <p:txBody>
          <a:bodyPr anchor="ctr"/>
          <a:lstStyle>
            <a:lvl1pPr>
              <a:defRPr sz="10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67" name="Уровень текста 1…"/>
          <p:cNvSpPr txBox="1"/>
          <p:nvPr>
            <p:ph type="body" sz="quarter" idx="1"/>
          </p:nvPr>
        </p:nvSpPr>
        <p:spPr>
          <a:xfrm>
            <a:off x="6477000" y="4775200"/>
            <a:ext cx="5715000" cy="5715000"/>
          </a:xfrm>
          <a:prstGeom prst="rect">
            <a:avLst/>
          </a:prstGeom>
        </p:spPr>
        <p:txBody>
          <a:bodyPr anchor="ctr"/>
          <a:lstStyle>
            <a:lvl1pPr marL="491066" indent="-491066" algn="l">
              <a:spcBef>
                <a:spcPts val="4600"/>
              </a:spcBef>
              <a:buClrTx/>
              <a:buSzPct val="75000"/>
              <a:buChar char="•"/>
              <a:defRPr sz="4400"/>
            </a:lvl1pPr>
            <a:lvl2pPr marL="859366" indent="-491066" algn="l">
              <a:spcBef>
                <a:spcPts val="4600"/>
              </a:spcBef>
              <a:buClrTx/>
              <a:buSzPct val="75000"/>
              <a:buChar char="•"/>
              <a:defRPr sz="4400"/>
            </a:lvl2pPr>
            <a:lvl3pPr marL="1227666" indent="-491066" algn="l">
              <a:spcBef>
                <a:spcPts val="4600"/>
              </a:spcBef>
              <a:buClrTx/>
              <a:buSzPct val="75000"/>
              <a:buChar char="•"/>
              <a:defRPr sz="4400"/>
            </a:lvl3pPr>
            <a:lvl4pPr marL="1595966" indent="-491066" algn="l">
              <a:spcBef>
                <a:spcPts val="4600"/>
              </a:spcBef>
              <a:buClrTx/>
              <a:buSzPct val="75000"/>
              <a:buChar char="•"/>
              <a:defRPr sz="4400"/>
            </a:lvl4pPr>
            <a:lvl5pPr marL="1964266" indent="-491066" algn="l">
              <a:spcBef>
                <a:spcPts val="4600"/>
              </a:spcBef>
              <a:buClrTx/>
              <a:buSzPct val="75000"/>
              <a:buChar char="•"/>
              <a:defRPr sz="4400"/>
            </a:lvl5pPr>
          </a:lstStyle>
          <a:p>
            <a:pPr>
              <a:defRPr>
                <a:effectLst/>
              </a:defRPr>
            </a:pPr>
            <a:r>
              <a:t>Уровень текста 1</a:t>
            </a:r>
          </a:p>
          <a:p>
            <a:pPr lvl="1">
              <a:defRPr>
                <a:effectLst/>
              </a:defRPr>
            </a:pPr>
            <a:r>
              <a:t>Уровень текста 2</a:t>
            </a:r>
          </a:p>
          <a:p>
            <a:pPr lvl="2">
              <a:defRPr>
                <a:effectLst/>
              </a:defRPr>
            </a:pPr>
            <a:r>
              <a:t>Уровень текста 3</a:t>
            </a:r>
          </a:p>
          <a:p>
            <a:pPr lvl="3">
              <a:defRPr>
                <a:effectLst/>
              </a:defRPr>
            </a:pPr>
            <a:r>
              <a:t>Уровень текста 4</a:t>
            </a:r>
          </a:p>
          <a:p>
            <a:pPr lvl="4">
              <a:defRPr>
                <a:effectLst/>
              </a:defRPr>
            </a:pPr>
            <a:r>
              <a:t>Уровень текста 5</a:t>
            </a:r>
          </a:p>
        </p:txBody>
      </p:sp>
      <p:sp>
        <p:nvSpPr>
          <p:cNvPr id="6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Текст заголовка"/>
          <p:cNvSpPr txBox="1"/>
          <p:nvPr>
            <p:ph type="title"/>
          </p:nvPr>
        </p:nvSpPr>
        <p:spPr>
          <a:xfrm>
            <a:off x="6477000" y="2501900"/>
            <a:ext cx="11430000" cy="1905000"/>
          </a:xfrm>
          <a:prstGeom prst="rect">
            <a:avLst/>
          </a:prstGeom>
        </p:spPr>
        <p:txBody>
          <a:bodyPr anchor="ctr"/>
          <a:lstStyle>
            <a:lvl1pPr>
              <a:defRPr sz="10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76" name="Уровень текста 1…"/>
          <p:cNvSpPr txBox="1"/>
          <p:nvPr>
            <p:ph type="body" sz="quarter" idx="1"/>
          </p:nvPr>
        </p:nvSpPr>
        <p:spPr>
          <a:xfrm>
            <a:off x="6477000" y="4775200"/>
            <a:ext cx="5715000" cy="5715000"/>
          </a:xfrm>
          <a:prstGeom prst="rect">
            <a:avLst/>
          </a:prstGeom>
        </p:spPr>
        <p:txBody>
          <a:bodyPr anchor="ctr"/>
          <a:lstStyle>
            <a:lvl1pPr marL="491066" indent="-491066" algn="l">
              <a:spcBef>
                <a:spcPts val="4600"/>
              </a:spcBef>
              <a:buClrTx/>
              <a:buSzPct val="75000"/>
              <a:buChar char="•"/>
              <a:defRPr sz="4400"/>
            </a:lvl1pPr>
            <a:lvl2pPr marL="859366" indent="-491066" algn="l">
              <a:spcBef>
                <a:spcPts val="4600"/>
              </a:spcBef>
              <a:buClrTx/>
              <a:buSzPct val="75000"/>
              <a:buChar char="•"/>
              <a:defRPr sz="4400"/>
            </a:lvl2pPr>
            <a:lvl3pPr marL="1227666" indent="-491066" algn="l">
              <a:spcBef>
                <a:spcPts val="4600"/>
              </a:spcBef>
              <a:buClrTx/>
              <a:buSzPct val="75000"/>
              <a:buChar char="•"/>
              <a:defRPr sz="4400"/>
            </a:lvl3pPr>
            <a:lvl4pPr marL="1595966" indent="-491066" algn="l">
              <a:spcBef>
                <a:spcPts val="4600"/>
              </a:spcBef>
              <a:buClrTx/>
              <a:buSzPct val="75000"/>
              <a:buChar char="•"/>
              <a:defRPr sz="4400"/>
            </a:lvl4pPr>
            <a:lvl5pPr marL="1964266" indent="-491066" algn="l">
              <a:spcBef>
                <a:spcPts val="4600"/>
              </a:spcBef>
              <a:buClrTx/>
              <a:buSzPct val="75000"/>
              <a:buChar char="•"/>
              <a:defRPr sz="4400"/>
            </a:lvl5pPr>
          </a:lstStyle>
          <a:p>
            <a:pPr>
              <a:defRPr>
                <a:effectLst/>
              </a:defRPr>
            </a:pPr>
            <a:r>
              <a:t>Уровень текста 1</a:t>
            </a:r>
          </a:p>
          <a:p>
            <a:pPr lvl="1">
              <a:defRPr>
                <a:effectLst/>
              </a:defRPr>
            </a:pPr>
            <a:r>
              <a:t>Уровень текста 2</a:t>
            </a:r>
          </a:p>
          <a:p>
            <a:pPr lvl="2">
              <a:defRPr>
                <a:effectLst/>
              </a:defRPr>
            </a:pPr>
            <a:r>
              <a:t>Уровень текста 3</a:t>
            </a:r>
          </a:p>
          <a:p>
            <a:pPr lvl="3">
              <a:defRPr>
                <a:effectLst/>
              </a:defRPr>
            </a:pPr>
            <a:r>
              <a:t>Уровень текста 4</a:t>
            </a:r>
          </a:p>
          <a:p>
            <a:pPr lvl="4">
              <a:defRPr>
                <a:effectLst/>
              </a:defRPr>
            </a:pPr>
            <a:r>
              <a:t>Уровень текста 5</a:t>
            </a:r>
          </a:p>
        </p:txBody>
      </p:sp>
      <p:sp>
        <p:nvSpPr>
          <p:cNvPr id="7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Текст заголовка"/>
          <p:cNvSpPr txBox="1"/>
          <p:nvPr>
            <p:ph type="title"/>
          </p:nvPr>
        </p:nvSpPr>
        <p:spPr>
          <a:xfrm>
            <a:off x="6477000" y="2501900"/>
            <a:ext cx="11430000" cy="1905000"/>
          </a:xfrm>
          <a:prstGeom prst="rect">
            <a:avLst/>
          </a:prstGeom>
        </p:spPr>
        <p:txBody>
          <a:bodyPr anchor="ctr"/>
          <a:lstStyle>
            <a:lvl1pPr>
              <a:defRPr sz="10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85" name="Уровень текста 1…"/>
          <p:cNvSpPr txBox="1"/>
          <p:nvPr>
            <p:ph type="body" sz="quarter" idx="1"/>
          </p:nvPr>
        </p:nvSpPr>
        <p:spPr>
          <a:xfrm>
            <a:off x="6477000" y="4775200"/>
            <a:ext cx="5715000" cy="5715000"/>
          </a:xfrm>
          <a:prstGeom prst="rect">
            <a:avLst/>
          </a:prstGeom>
        </p:spPr>
        <p:txBody>
          <a:bodyPr anchor="ctr"/>
          <a:lstStyle>
            <a:lvl1pPr marL="491066" indent="-491066" algn="l">
              <a:spcBef>
                <a:spcPts val="4600"/>
              </a:spcBef>
              <a:buClrTx/>
              <a:buSzPct val="75000"/>
              <a:buChar char="•"/>
              <a:defRPr sz="4400"/>
            </a:lvl1pPr>
            <a:lvl2pPr marL="859366" indent="-491066" algn="l">
              <a:spcBef>
                <a:spcPts val="4600"/>
              </a:spcBef>
              <a:buClrTx/>
              <a:buSzPct val="75000"/>
              <a:buChar char="•"/>
              <a:defRPr sz="4400"/>
            </a:lvl2pPr>
            <a:lvl3pPr marL="1227666" indent="-491066" algn="l">
              <a:spcBef>
                <a:spcPts val="4600"/>
              </a:spcBef>
              <a:buClrTx/>
              <a:buSzPct val="75000"/>
              <a:buChar char="•"/>
              <a:defRPr sz="4400"/>
            </a:lvl3pPr>
            <a:lvl4pPr marL="1595966" indent="-491066" algn="l">
              <a:spcBef>
                <a:spcPts val="4600"/>
              </a:spcBef>
              <a:buClrTx/>
              <a:buSzPct val="75000"/>
              <a:buChar char="•"/>
              <a:defRPr sz="4400"/>
            </a:lvl4pPr>
            <a:lvl5pPr marL="1964266" indent="-491066" algn="l">
              <a:spcBef>
                <a:spcPts val="4600"/>
              </a:spcBef>
              <a:buClrTx/>
              <a:buSzPct val="75000"/>
              <a:buChar char="•"/>
              <a:defRPr sz="4400"/>
            </a:lvl5pPr>
          </a:lstStyle>
          <a:p>
            <a:pPr>
              <a:defRPr>
                <a:effectLst/>
              </a:defRPr>
            </a:pPr>
            <a:r>
              <a:t>Уровень текста 1</a:t>
            </a:r>
          </a:p>
          <a:p>
            <a:pPr lvl="1">
              <a:defRPr>
                <a:effectLst/>
              </a:defRPr>
            </a:pPr>
            <a:r>
              <a:t>Уровень текста 2</a:t>
            </a:r>
          </a:p>
          <a:p>
            <a:pPr lvl="2">
              <a:defRPr>
                <a:effectLst/>
              </a:defRPr>
            </a:pPr>
            <a:r>
              <a:t>Уровень текста 3</a:t>
            </a:r>
          </a:p>
          <a:p>
            <a:pPr lvl="3">
              <a:defRPr>
                <a:effectLst/>
              </a:defRPr>
            </a:pPr>
            <a:r>
              <a:t>Уровень текста 4</a:t>
            </a:r>
          </a:p>
          <a:p>
            <a:pPr lvl="4">
              <a:defRPr>
                <a:effectLst/>
              </a:defRPr>
            </a:pPr>
            <a:r>
              <a:t>Уровень текста 5</a:t>
            </a:r>
          </a:p>
        </p:txBody>
      </p:sp>
      <p:sp>
        <p:nvSpPr>
          <p:cNvPr id="8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Уровень текста 1…"/>
          <p:cNvSpPr txBox="1"/>
          <p:nvPr>
            <p:ph type="body" sz="half" idx="1"/>
          </p:nvPr>
        </p:nvSpPr>
        <p:spPr>
          <a:xfrm>
            <a:off x="6477000" y="3238500"/>
            <a:ext cx="11430000" cy="7239000"/>
          </a:xfrm>
          <a:prstGeom prst="rect">
            <a:avLst/>
          </a:prstGeom>
        </p:spPr>
        <p:txBody>
          <a:bodyPr anchor="ctr"/>
          <a:lstStyle>
            <a:lvl1pPr marL="604520" indent="-604520" algn="l">
              <a:spcBef>
                <a:spcPts val="5600"/>
              </a:spcBef>
              <a:buClr>
                <a:srgbClr val="515151"/>
              </a:buClr>
              <a:buSzPct val="75000"/>
              <a:buChar char="•"/>
              <a:defRPr sz="5600"/>
            </a:lvl1pPr>
            <a:lvl2pPr marL="1036320" indent="-604520" algn="l">
              <a:spcBef>
                <a:spcPts val="5600"/>
              </a:spcBef>
              <a:buClr>
                <a:srgbClr val="515151"/>
              </a:buClr>
              <a:buSzPct val="75000"/>
              <a:buChar char="•"/>
              <a:defRPr sz="5600"/>
            </a:lvl2pPr>
            <a:lvl3pPr marL="1468120" indent="-604520" algn="l">
              <a:spcBef>
                <a:spcPts val="5600"/>
              </a:spcBef>
              <a:buClr>
                <a:srgbClr val="515151"/>
              </a:buClr>
              <a:buSzPct val="75000"/>
              <a:buChar char="•"/>
              <a:defRPr sz="5600"/>
            </a:lvl3pPr>
            <a:lvl4pPr marL="1899920" indent="-604520" algn="l">
              <a:spcBef>
                <a:spcPts val="5600"/>
              </a:spcBef>
              <a:buClr>
                <a:srgbClr val="515151"/>
              </a:buClr>
              <a:buSzPct val="75000"/>
              <a:buChar char="•"/>
              <a:defRPr sz="5600"/>
            </a:lvl4pPr>
            <a:lvl5pPr marL="2331720" indent="-604520" algn="l">
              <a:spcBef>
                <a:spcPts val="5600"/>
              </a:spcBef>
              <a:buClr>
                <a:srgbClr val="515151"/>
              </a:buClr>
              <a:buSzPct val="75000"/>
              <a:buChar char="•"/>
              <a:defRPr sz="5600"/>
            </a:lvl5pPr>
          </a:lstStyle>
          <a:p>
            <a:pPr>
              <a:defRPr>
                <a:effectLst/>
              </a:defRPr>
            </a:pPr>
            <a:r>
              <a:t>Уровень текста 1</a:t>
            </a:r>
          </a:p>
          <a:p>
            <a:pPr lvl="1">
              <a:defRPr>
                <a:effectLst/>
              </a:defRPr>
            </a:pPr>
            <a:r>
              <a:t>Уровень текста 2</a:t>
            </a:r>
          </a:p>
          <a:p>
            <a:pPr lvl="2">
              <a:defRPr>
                <a:effectLst/>
              </a:defRPr>
            </a:pPr>
            <a:r>
              <a:t>Уровень текста 3</a:t>
            </a:r>
          </a:p>
          <a:p>
            <a:pPr lvl="3">
              <a:defRPr>
                <a:effectLst/>
              </a:defRPr>
            </a:pPr>
            <a:r>
              <a:t>Уровень текста 4</a:t>
            </a:r>
          </a:p>
          <a:p>
            <a:pPr lvl="4">
              <a:defRPr>
                <a:effectLst/>
              </a:defRPr>
            </a:pPr>
            <a:r>
              <a:t>Уровень текста 5</a:t>
            </a:r>
          </a:p>
        </p:txBody>
      </p:sp>
      <p:sp>
        <p:nvSpPr>
          <p:cNvPr id="9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Вертикальное фото свадебного стола, украшенного цветами"/>
          <p:cNvSpPr/>
          <p:nvPr>
            <p:ph type="pic" sz="quarter" idx="21"/>
          </p:nvPr>
        </p:nvSpPr>
        <p:spPr>
          <a:xfrm>
            <a:off x="12190331" y="6273800"/>
            <a:ext cx="6918497" cy="461434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2" name="Крупный план свадебного торта, верх которого украшен розовыми цветами"/>
          <p:cNvSpPr/>
          <p:nvPr>
            <p:ph type="pic" sz="quarter" idx="22"/>
          </p:nvPr>
        </p:nvSpPr>
        <p:spPr>
          <a:xfrm>
            <a:off x="13743763" y="2816585"/>
            <a:ext cx="3810001" cy="25400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3" name="Стулья для свадебной церемонии, украшенные голубыми лентами"/>
          <p:cNvSpPr/>
          <p:nvPr>
            <p:ph type="pic" sz="half" idx="23"/>
          </p:nvPr>
        </p:nvSpPr>
        <p:spPr>
          <a:xfrm>
            <a:off x="4631266" y="2819400"/>
            <a:ext cx="10752668" cy="80645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— Иван Арсентьев"/>
          <p:cNvSpPr txBox="1"/>
          <p:nvPr>
            <p:ph type="body" sz="quarter" idx="21"/>
          </p:nvPr>
        </p:nvSpPr>
        <p:spPr>
          <a:xfrm>
            <a:off x="6959600" y="8261349"/>
            <a:ext cx="10464800" cy="698501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buClr>
                <a:srgbClr val="515151"/>
              </a:buClr>
              <a:tabLst>
                <a:tab pos="1282700" algn="l"/>
              </a:tabLst>
              <a:defRPr i="1" sz="4200"/>
            </a:lvl1pPr>
          </a:lstStyle>
          <a:p>
            <a:pPr defTabSz="914400">
              <a:defRPr>
                <a:effectLst/>
              </a:defRPr>
            </a:pPr>
            <a:r>
              <a:t>— Иван Арсентьев</a:t>
            </a:r>
          </a:p>
        </p:txBody>
      </p:sp>
      <p:sp>
        <p:nvSpPr>
          <p:cNvPr id="112" name="«Место ввода цитаты»."/>
          <p:cNvSpPr txBox="1"/>
          <p:nvPr>
            <p:ph type="body" sz="quarter" idx="22"/>
          </p:nvPr>
        </p:nvSpPr>
        <p:spPr>
          <a:xfrm>
            <a:off x="6959600" y="6134099"/>
            <a:ext cx="10464800" cy="914401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spcBef>
                <a:spcPts val="3300"/>
              </a:spcBef>
              <a:tabLst>
                <a:tab pos="1282700" algn="l"/>
              </a:tabLst>
              <a:defRPr sz="5600"/>
            </a:lvl1pPr>
          </a:lstStyle>
          <a:p>
            <a:pPr defTabSz="914400">
              <a:defRPr>
                <a:effectLst/>
              </a:defRPr>
            </a:pPr>
            <a:r>
              <a:t>«Место ввода цитаты».</a:t>
            </a:r>
          </a:p>
        </p:txBody>
      </p:sp>
      <p:sp>
        <p:nvSpPr>
          <p:cNvPr id="1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Крупный план свадебного торта, верх которого украшен розовыми цветами"/>
          <p:cNvSpPr/>
          <p:nvPr>
            <p:ph type="pic" idx="21"/>
          </p:nvPr>
        </p:nvSpPr>
        <p:spPr>
          <a:xfrm>
            <a:off x="4876800" y="1981200"/>
            <a:ext cx="14630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6477000" y="4038600"/>
            <a:ext cx="11430000" cy="317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6477000" y="7315200"/>
            <a:ext cx="11430000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1950699" y="11239500"/>
            <a:ext cx="469901" cy="508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transition xmlns:p14="http://schemas.microsoft.com/office/powerpoint/2010/main" spd="med" advClick="1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9pPr>
    </p:titleStyle>
    <p:body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A29A85"/>
        </a:buClr>
        <a:buSzTx/>
        <a:buFontTx/>
        <a:buNone/>
        <a:tabLst/>
        <a:defRPr b="0" baseline="0" cap="none" i="0" spc="0" strike="noStrike" sz="58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A29A85"/>
        </a:buClr>
        <a:buSzTx/>
        <a:buFontTx/>
        <a:buNone/>
        <a:tabLst/>
        <a:defRPr b="0" baseline="0" cap="none" i="0" spc="0" strike="noStrike" sz="58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A29A85"/>
        </a:buClr>
        <a:buSzTx/>
        <a:buFontTx/>
        <a:buNone/>
        <a:tabLst/>
        <a:defRPr b="0" baseline="0" cap="none" i="0" spc="0" strike="noStrike" sz="58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A29A85"/>
        </a:buClr>
        <a:buSzTx/>
        <a:buFontTx/>
        <a:buNone/>
        <a:tabLst/>
        <a:defRPr b="0" baseline="0" cap="none" i="0" spc="0" strike="noStrike" sz="58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A29A85"/>
        </a:buClr>
        <a:buSzTx/>
        <a:buFontTx/>
        <a:buNone/>
        <a:tabLst/>
        <a:defRPr b="0" baseline="0" cap="none" i="0" spc="0" strike="noStrike" sz="58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5pPr>
      <a:lvl6pPr marL="0" marR="0" indent="355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A29A85"/>
        </a:buClr>
        <a:buSzTx/>
        <a:buFontTx/>
        <a:buNone/>
        <a:tabLst/>
        <a:defRPr b="0" baseline="0" cap="none" i="0" spc="0" strike="noStrike" sz="58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6pPr>
      <a:lvl7pPr marL="0" marR="0" indent="711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A29A85"/>
        </a:buClr>
        <a:buSzTx/>
        <a:buFontTx/>
        <a:buNone/>
        <a:tabLst/>
        <a:defRPr b="0" baseline="0" cap="none" i="0" spc="0" strike="noStrike" sz="58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7pPr>
      <a:lvl8pPr marL="0" marR="0" indent="1066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A29A85"/>
        </a:buClr>
        <a:buSzTx/>
        <a:buFontTx/>
        <a:buNone/>
        <a:tabLst/>
        <a:defRPr b="0" baseline="0" cap="none" i="0" spc="0" strike="noStrike" sz="58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8pPr>
      <a:lvl9pPr marL="0" marR="0" indent="1422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A29A85"/>
        </a:buClr>
        <a:buSzTx/>
        <a:buFontTx/>
        <a:buNone/>
        <a:tabLst/>
        <a:defRPr b="0" baseline="0" cap="none" i="0" spc="0" strike="noStrike" sz="5800" u="none">
          <a:solidFill>
            <a:srgbClr val="515151"/>
          </a:solidFill>
          <a:effectLst>
            <a:outerShdw sx="100000" sy="100000" kx="0" ky="0" algn="b" rotWithShape="0" blurRad="38100" dist="50800" dir="3000000">
              <a:srgbClr val="FFFFFF">
                <a:alpha val="60000"/>
              </a:srgbClr>
            </a:outerShdw>
          </a:effectLst>
          <a:uFillTx/>
          <a:latin typeface="+mn-lt"/>
          <a:ea typeface="+mn-ea"/>
          <a:cs typeface="+mn-cs"/>
          <a:sym typeface="Cochin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ochin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ochin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ochin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ochin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ochin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ochin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ochin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ochin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ochi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Нажмите дважды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defTabSz="665440">
              <a:defRPr sz="11340">
                <a:effectLst>
                  <a:outerShdw sx="100000" sy="100000" kx="0" ky="0" algn="b" rotWithShape="0" blurRad="30861" dist="41148" dir="3000000">
                    <a:srgbClr val="FFFFFF">
                      <a:alpha val="60000"/>
                    </a:srgbClr>
                  </a:outerShdw>
                </a:effectLst>
              </a:defRPr>
            </a:pPr>
          </a:p>
        </p:txBody>
      </p:sp>
      <p:sp>
        <p:nvSpPr>
          <p:cNvPr id="138" name="Нажмите дважды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KMG HR AI Command Cent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25779">
              <a:defRPr sz="6656">
                <a:effectLst>
                  <a:outerShdw sx="100000" sy="100000" kx="0" ky="0" algn="b" rotWithShape="0" blurRad="24384" dist="32512" dir="3000000">
                    <a:srgbClr val="FFFFFF">
                      <a:alpha val="60000"/>
                    </a:srgbClr>
                  </a:outerShdw>
                </a:effectLst>
              </a:defRPr>
            </a:lvl1pPr>
          </a:lstStyle>
          <a:p>
            <a:pPr/>
            <a:r>
              <a:t>KMG HR AI Command Center</a:t>
            </a:r>
          </a:p>
        </p:txBody>
      </p:sp>
      <p:sp>
        <p:nvSpPr>
          <p:cNvPr id="141" name="AI-слой над Performance Management для качества целеполагания, стратегической связки и генерации сильных целей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501751" indent="-501751" defTabSz="681870">
              <a:spcBef>
                <a:spcPts val="4600"/>
              </a:spcBef>
              <a:defRPr sz="4648">
                <a:effectLst/>
              </a:defRPr>
            </a:pPr>
            <a:r>
              <a:t>AI-слой над Performance Management для качества целеполагания, стратегической связки и генерации сильных целей.</a:t>
            </a:r>
          </a:p>
          <a:p>
            <a:pPr marL="501751" indent="-501751" defTabSz="681870">
              <a:spcBef>
                <a:spcPts val="4600"/>
              </a:spcBef>
              <a:defRPr sz="4648">
                <a:effectLst/>
              </a:defRPr>
            </a:pPr>
          </a:p>
          <a:p>
            <a:pPr marL="501751" indent="-501751" defTabSz="681870">
              <a:spcBef>
                <a:spcPts val="4600"/>
              </a:spcBef>
              <a:defRPr sz="4648">
                <a:effectLst/>
              </a:defRPr>
            </a:pPr>
            <a:r>
              <a:t>Финал хакатона · Demo Day · 30 марта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1. Проблема бизнес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72239">
              <a:defRPr sz="9776">
                <a:effectLst>
                  <a:outerShdw sx="100000" sy="100000" kx="0" ky="0" algn="b" rotWithShape="0" blurRad="35814" dist="47752" dir="3000000">
                    <a:srgbClr val="FFFFFF">
                      <a:alpha val="60000"/>
                    </a:srgbClr>
                  </a:outerShdw>
                </a:effectLst>
              </a:defRPr>
            </a:lvl1pPr>
          </a:lstStyle>
          <a:p>
            <a:pPr/>
            <a:r>
              <a:t>1. Проблема бизнеса</a:t>
            </a:r>
          </a:p>
        </p:txBody>
      </p:sp>
      <p:sp>
        <p:nvSpPr>
          <p:cNvPr id="144" name="SMART не гарантирует реальную полезность цели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11073" indent="-411073" defTabSz="558641">
              <a:spcBef>
                <a:spcPts val="3800"/>
              </a:spcBef>
              <a:defRPr sz="3808">
                <a:effectLst/>
              </a:defRPr>
            </a:pPr>
            <a:r>
              <a:t>SMART не гарантирует реальную полезность цели.</a:t>
            </a:r>
          </a:p>
          <a:p>
            <a:pPr marL="411073" indent="-411073" defTabSz="558641">
              <a:spcBef>
                <a:spcPts val="3800"/>
              </a:spcBef>
              <a:defRPr sz="3808">
                <a:effectLst/>
              </a:defRPr>
            </a:pPr>
            <a:r>
              <a:t>Цели часто не связаны с KPI, ВНД и задачами руководителя.</a:t>
            </a:r>
          </a:p>
          <a:p>
            <a:pPr marL="411073" indent="-411073" defTabSz="558641">
              <a:spcBef>
                <a:spcPts val="3800"/>
              </a:spcBef>
              <a:defRPr sz="3808">
                <a:effectLst/>
              </a:defRPr>
            </a:pPr>
            <a:r>
              <a:t>Руководители не видят зрелость goal set по подразделениям.</a:t>
            </a:r>
          </a:p>
          <a:p>
            <a:pPr marL="411073" indent="-411073" defTabSz="558641">
              <a:spcBef>
                <a:spcPts val="3800"/>
              </a:spcBef>
              <a:defRPr sz="3808">
                <a:effectLst/>
              </a:defRPr>
            </a:pPr>
            <a:r>
              <a:t>Performance management становится формальностью вместо инструмента управления.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2. Наше реше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2. Наше решение</a:t>
            </a:r>
          </a:p>
        </p:txBody>
      </p:sp>
      <p:sp>
        <p:nvSpPr>
          <p:cNvPr id="147" name="Employee workspace: роль, проекты, KPI, каскад от руководителя и health набора целей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86892" indent="-386892" defTabSz="525779">
              <a:spcBef>
                <a:spcPts val="3600"/>
              </a:spcBef>
              <a:defRPr sz="3584">
                <a:effectLst/>
              </a:defRPr>
            </a:pPr>
            <a:r>
              <a:t>Employee workspace: роль, проекты, KPI, каскад от руководителя и health набора целей.</a:t>
            </a:r>
          </a:p>
          <a:p>
            <a:pPr marL="386892" indent="-386892" defTabSz="525779">
              <a:spcBef>
                <a:spcPts val="3600"/>
              </a:spcBef>
              <a:defRPr sz="3584">
                <a:effectLst/>
              </a:defRPr>
            </a:pPr>
            <a:r>
              <a:t>Goal Studio: SMART, strategic alignment, duplicate risk и улучшенная формулировка.</a:t>
            </a:r>
          </a:p>
          <a:p>
            <a:pPr marL="386892" indent="-386892" defTabSz="525779">
              <a:spcBef>
                <a:spcPts val="3600"/>
              </a:spcBef>
              <a:defRPr sz="3584">
                <a:effectLst/>
              </a:defRPr>
            </a:pPr>
            <a:r>
              <a:t>AI generation: 3-5 целей на основе ВНД, KPI и контекста сотрудника.</a:t>
            </a:r>
          </a:p>
          <a:p>
            <a:pPr marL="386892" indent="-386892" defTabSz="525779">
              <a:spcBef>
                <a:spcPts val="3600"/>
              </a:spcBef>
              <a:defRPr sz="3584">
                <a:effectLst/>
              </a:defRPr>
            </a:pPr>
            <a:r>
              <a:t>Team radar: зрелость целеполагания по подразделениям и кластеры рисков.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3. Как проходит демо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47593">
              <a:defRPr sz="9464">
                <a:effectLst>
                  <a:outerShdw sx="100000" sy="100000" kx="0" ky="0" algn="b" rotWithShape="0" blurRad="34671" dist="46228" dir="3000000">
                    <a:srgbClr val="FFFFFF">
                      <a:alpha val="60000"/>
                    </a:srgbClr>
                  </a:outerShdw>
                </a:effectLst>
              </a:defRPr>
            </a:lvl1pPr>
          </a:lstStyle>
          <a:p>
            <a:pPr/>
            <a:r>
              <a:t>3. Как проходит демо</a:t>
            </a:r>
          </a:p>
        </p:txBody>
      </p:sp>
      <p:sp>
        <p:nvSpPr>
          <p:cNvPr id="150" name="1. Показываем dashboard зрелости целеполагания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17118" indent="-417118" defTabSz="566856">
              <a:spcBef>
                <a:spcPts val="3800"/>
              </a:spcBef>
              <a:defRPr sz="3864">
                <a:effectLst/>
              </a:defRPr>
            </a:pPr>
            <a:r>
              <a:t>1. Показываем dashboard зрелости целеполагания.</a:t>
            </a:r>
          </a:p>
          <a:p>
            <a:pPr marL="417118" indent="-417118" defTabSz="566856">
              <a:spcBef>
                <a:spcPts val="3800"/>
              </a:spcBef>
              <a:defRPr sz="3864">
                <a:effectLst/>
              </a:defRPr>
            </a:pPr>
            <a:r>
              <a:t>2. Выбираем сотрудника и собираем контекст не в вакууме, а в контуре бизнеса.</a:t>
            </a:r>
          </a:p>
          <a:p>
            <a:pPr marL="417118" indent="-417118" defTabSz="566856">
              <a:spcBef>
                <a:spcPts val="3800"/>
              </a:spcBef>
              <a:defRPr sz="3864">
                <a:effectLst/>
              </a:defRPr>
            </a:pPr>
            <a:r>
              <a:t>3. Проверяем слабую цель и видим SMART-разбор, связку с ВНД и риски.</a:t>
            </a:r>
          </a:p>
          <a:p>
            <a:pPr marL="417118" indent="-417118" defTabSz="566856">
              <a:spcBef>
                <a:spcPts val="3800"/>
              </a:spcBef>
              <a:defRPr sz="3864">
                <a:effectLst/>
              </a:defRPr>
            </a:pPr>
            <a:r>
              <a:t>4. Генерируем новый набор целей и возвращаем лучшую формулировку обратно в Goal Studio.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4. Почему решение конкурентно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703">
              <a:defRPr sz="6135">
                <a:effectLst>
                  <a:outerShdw sx="100000" sy="100000" kx="0" ky="0" algn="b" rotWithShape="0" blurRad="22479" dist="29971" dir="3000000">
                    <a:srgbClr val="FFFFFF">
                      <a:alpha val="60000"/>
                    </a:srgbClr>
                  </a:outerShdw>
                </a:effectLst>
              </a:defRPr>
            </a:lvl1pPr>
          </a:lstStyle>
          <a:p>
            <a:pPr/>
            <a:r>
              <a:t>4. Почему решение конкурентное</a:t>
            </a:r>
          </a:p>
        </p:txBody>
      </p:sp>
      <p:sp>
        <p:nvSpPr>
          <p:cNvPr id="153" name="Это не просто SMART-checker, а AI command center для качества целеполагания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86892" indent="-386892" defTabSz="525779">
              <a:spcBef>
                <a:spcPts val="3600"/>
              </a:spcBef>
              <a:defRPr sz="3584">
                <a:effectLst/>
              </a:defRPr>
            </a:pPr>
            <a:r>
              <a:t>Это не просто SMART-checker, а AI command center для качества целеполагания.</a:t>
            </a:r>
          </a:p>
          <a:p>
            <a:pPr marL="386892" indent="-386892" defTabSz="525779">
              <a:spcBef>
                <a:spcPts val="3600"/>
              </a:spcBef>
              <a:defRPr sz="3584">
                <a:effectLst/>
              </a:defRPr>
            </a:pPr>
            <a:r>
              <a:t>Hybrid architecture: retrieval + deterministic scoring + optional external LLM.</a:t>
            </a:r>
          </a:p>
          <a:p>
            <a:pPr marL="386892" indent="-386892" defTabSz="525779">
              <a:spcBef>
                <a:spcPts val="3600"/>
              </a:spcBef>
              <a:defRPr sz="3584">
                <a:effectLst/>
              </a:defRPr>
            </a:pPr>
            <a:r>
              <a:t>Решение объяснимо: каждая цель подкрепляется ВНД, KPI и контекстом роли.</a:t>
            </a:r>
          </a:p>
          <a:p>
            <a:pPr marL="386892" indent="-386892" defTabSz="525779">
              <a:spcBef>
                <a:spcPts val="3600"/>
              </a:spcBef>
              <a:defRPr sz="3584">
                <a:effectLst/>
              </a:defRPr>
            </a:pPr>
            <a:r>
              <a:t>Есть value и для сотрудника, и для руководителя, и для HR/exec уровня.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5. Эффект для бизнес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06516">
              <a:defRPr sz="8944">
                <a:effectLst>
                  <a:outerShdw sx="100000" sy="100000" kx="0" ky="0" algn="b" rotWithShape="0" blurRad="32766" dist="43688" dir="3000000">
                    <a:srgbClr val="FFFFFF">
                      <a:alpha val="60000"/>
                    </a:srgbClr>
                  </a:outerShdw>
                </a:effectLst>
              </a:defRPr>
            </a:lvl1pPr>
          </a:lstStyle>
          <a:p>
            <a:pPr/>
            <a:r>
              <a:t>5. Эффект для бизнеса</a:t>
            </a:r>
          </a:p>
        </p:txBody>
      </p:sp>
      <p:sp>
        <p:nvSpPr>
          <p:cNvPr id="156" name="Снижается доля формальных activity-based целей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23163" indent="-423163" defTabSz="575071">
              <a:spcBef>
                <a:spcPts val="3900"/>
              </a:spcBef>
              <a:defRPr sz="3920">
                <a:effectLst/>
              </a:defRPr>
            </a:pPr>
            <a:r>
              <a:t>Снижается доля формальных activity-based целей.</a:t>
            </a:r>
          </a:p>
          <a:p>
            <a:pPr marL="423163" indent="-423163" defTabSz="575071">
              <a:spcBef>
                <a:spcPts val="3900"/>
              </a:spcBef>
              <a:defRPr sz="3920">
                <a:effectLst/>
              </a:defRPr>
            </a:pPr>
            <a:r>
              <a:t>Растет стратегическая связка целей с задачами компании и руководителя.</a:t>
            </a:r>
          </a:p>
          <a:p>
            <a:pPr marL="423163" indent="-423163" defTabSz="575071">
              <a:spcBef>
                <a:spcPts val="3900"/>
              </a:spcBef>
              <a:defRPr sz="3920">
                <a:effectLst/>
              </a:defRPr>
            </a:pPr>
            <a:r>
              <a:t>Сотрудник получает понятную улучшенную формулировку, а не только абстрактный score.</a:t>
            </a:r>
          </a:p>
          <a:p>
            <a:pPr marL="423163" indent="-423163" defTabSz="575071">
              <a:spcBef>
                <a:spcPts val="3900"/>
              </a:spcBef>
              <a:defRPr sz="3920">
                <a:effectLst/>
              </a:defRPr>
            </a:pPr>
            <a:r>
              <a:t>Систему можно встроить в любую HR/PM-платформу через API.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6. Внедре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6. Внедрение</a:t>
            </a:r>
          </a:p>
        </p:txBody>
      </p:sp>
      <p:sp>
        <p:nvSpPr>
          <p:cNvPr id="159" name="Подключение к боевой HR-системе вместо CSV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35254" indent="-435254" defTabSz="591502">
              <a:spcBef>
                <a:spcPts val="4000"/>
              </a:spcBef>
              <a:defRPr sz="4032">
                <a:effectLst/>
              </a:defRPr>
            </a:pPr>
            <a:r>
              <a:t>Подключение к боевой HR-системе вместо CSV.</a:t>
            </a:r>
          </a:p>
          <a:p>
            <a:pPr marL="435254" indent="-435254" defTabSz="591502">
              <a:spcBef>
                <a:spcPts val="4000"/>
              </a:spcBef>
              <a:defRPr sz="4032">
                <a:effectLst/>
              </a:defRPr>
            </a:pPr>
            <a:r>
              <a:t>Историческая калибровка достижимости по фактическим результатам.</a:t>
            </a:r>
          </a:p>
          <a:p>
            <a:pPr marL="435254" indent="-435254" defTabSz="591502">
              <a:spcBef>
                <a:spcPts val="4000"/>
              </a:spcBef>
              <a:defRPr sz="4032">
                <a:effectLst/>
              </a:defRPr>
            </a:pPr>
            <a:r>
              <a:t>Feedback loop от руководителей и HR BP.</a:t>
            </a:r>
          </a:p>
          <a:p>
            <a:pPr marL="435254" indent="-435254" defTabSz="591502">
              <a:spcBef>
                <a:spcPts val="4000"/>
              </a:spcBef>
              <a:defRPr sz="4032">
                <a:effectLst/>
              </a:defRPr>
            </a:pPr>
            <a:r>
              <a:t>Переход от работы с одной целью к управлению полным квартальным goal set.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theme1.xml><?xml version="1.0" encoding="utf-8"?>
<a:theme xmlns:a="http://schemas.openxmlformats.org/drawingml/2006/main" xmlns:r="http://schemas.openxmlformats.org/officeDocument/2006/relationships" name="Formal">
  <a:themeElements>
    <a:clrScheme name="Formal">
      <a:dk1>
        <a:srgbClr val="515151"/>
      </a:dk1>
      <a:lt1>
        <a:srgbClr val="290051"/>
      </a:lt1>
      <a:dk2>
        <a:srgbClr val="53585F"/>
      </a:dk2>
      <a:lt2>
        <a:srgbClr val="DCDEE0"/>
      </a:lt2>
      <a:accent1>
        <a:srgbClr val="6789BA"/>
      </a:accent1>
      <a:accent2>
        <a:srgbClr val="77965C"/>
      </a:accent2>
      <a:accent3>
        <a:srgbClr val="E3B43D"/>
      </a:accent3>
      <a:accent4>
        <a:srgbClr val="D77B43"/>
      </a:accent4>
      <a:accent5>
        <a:srgbClr val="C25756"/>
      </a:accent5>
      <a:accent6>
        <a:srgbClr val="876390"/>
      </a:accent6>
      <a:hlink>
        <a:srgbClr val="0000FF"/>
      </a:hlink>
      <a:folHlink>
        <a:srgbClr val="FF00FF"/>
      </a:folHlink>
    </a:clrScheme>
    <a:fontScheme name="Formal">
      <a:majorFont>
        <a:latin typeface="Cochin"/>
        <a:ea typeface="Cochin"/>
        <a:cs typeface="Cochin"/>
      </a:majorFont>
      <a:minorFont>
        <a:latin typeface="Cochin"/>
        <a:ea typeface="Cochin"/>
        <a:cs typeface="Cochin"/>
      </a:minorFont>
    </a:fontScheme>
    <a:fmtScheme name="Form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ochi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3D3E3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1531" rtl="0" fontAlgn="auto" latinLnBrk="0" hangingPunct="0">
          <a:lnSpc>
            <a:spcPct val="100000"/>
          </a:lnSpc>
          <a:spcBef>
            <a:spcPts val="56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600" u="none" kumimoji="0" normalizeH="0">
            <a:ln>
              <a:noFill/>
            </a:ln>
            <a:solidFill>
              <a:srgbClr val="515151"/>
            </a:solidFill>
            <a:effectLst/>
            <a:uFillTx/>
            <a:latin typeface="+mn-lt"/>
            <a:ea typeface="+mn-ea"/>
            <a:cs typeface="+mn-cs"/>
            <a:sym typeface="Cochi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Formal">
  <a:themeElements>
    <a:clrScheme name="Formal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6789BA"/>
      </a:accent1>
      <a:accent2>
        <a:srgbClr val="77965C"/>
      </a:accent2>
      <a:accent3>
        <a:srgbClr val="E3B43D"/>
      </a:accent3>
      <a:accent4>
        <a:srgbClr val="D77B43"/>
      </a:accent4>
      <a:accent5>
        <a:srgbClr val="C25756"/>
      </a:accent5>
      <a:accent6>
        <a:srgbClr val="876390"/>
      </a:accent6>
      <a:hlink>
        <a:srgbClr val="0000FF"/>
      </a:hlink>
      <a:folHlink>
        <a:srgbClr val="FF00FF"/>
      </a:folHlink>
    </a:clrScheme>
    <a:fontScheme name="Formal">
      <a:majorFont>
        <a:latin typeface="Cochin"/>
        <a:ea typeface="Cochin"/>
        <a:cs typeface="Cochin"/>
      </a:majorFont>
      <a:minorFont>
        <a:latin typeface="Cochin"/>
        <a:ea typeface="Cochin"/>
        <a:cs typeface="Cochin"/>
      </a:minorFont>
    </a:fontScheme>
    <a:fmtScheme name="Form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ochi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3D3E3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1531" rtl="0" fontAlgn="auto" latinLnBrk="0" hangingPunct="0">
          <a:lnSpc>
            <a:spcPct val="100000"/>
          </a:lnSpc>
          <a:spcBef>
            <a:spcPts val="56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600" u="none" kumimoji="0" normalizeH="0">
            <a:ln>
              <a:noFill/>
            </a:ln>
            <a:solidFill>
              <a:srgbClr val="515151"/>
            </a:solidFill>
            <a:effectLst/>
            <a:uFillTx/>
            <a:latin typeface="+mn-lt"/>
            <a:ea typeface="+mn-ea"/>
            <a:cs typeface="+mn-cs"/>
            <a:sym typeface="Cochi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